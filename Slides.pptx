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6"/>
  </p:notesMasterIdLst>
  <p:handoutMasterIdLst>
    <p:handoutMasterId r:id="rId17"/>
  </p:handoutMasterIdLst>
  <p:sldIdLst>
    <p:sldId id="256" r:id="rId5"/>
    <p:sldId id="272" r:id="rId6"/>
    <p:sldId id="258" r:id="rId7"/>
    <p:sldId id="278" r:id="rId8"/>
    <p:sldId id="281" r:id="rId9"/>
    <p:sldId id="282" r:id="rId10"/>
    <p:sldId id="275" r:id="rId11"/>
    <p:sldId id="279" r:id="rId12"/>
    <p:sldId id="276" r:id="rId13"/>
    <p:sldId id="280" r:id="rId14"/>
    <p:sldId id="271"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2626"/>
    <a:srgbClr val="777777"/>
    <a:srgbClr val="4D4D4D"/>
    <a:srgbClr val="89898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D6D0B3-1BF1-474B-99C3-CE4000259788}" v="23" dt="2025-10-22T02:39:52.478"/>
    <p1510:client id="{81A4401C-47EB-40E6-B142-A3EFA0221499}" v="4" dt="2025-10-22T02:50:04.88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0655" autoAdjust="0"/>
  </p:normalViewPr>
  <p:slideViewPr>
    <p:cSldViewPr snapToGrid="0">
      <p:cViewPr varScale="1">
        <p:scale>
          <a:sx n="92" d="100"/>
          <a:sy n="92" d="100"/>
        </p:scale>
        <p:origin x="1314" y="306"/>
      </p:cViewPr>
      <p:guideLst/>
    </p:cSldViewPr>
  </p:slideViewPr>
  <p:outlineViewPr>
    <p:cViewPr>
      <p:scale>
        <a:sx n="33" d="100"/>
        <a:sy n="33" d="100"/>
      </p:scale>
      <p:origin x="0" y="-2880"/>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3403" y="29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se Manuel Espinoza Bone" userId="b1115e5860e640e8" providerId="LiveId" clId="{136AC519-DA2C-4FA6-81C9-5143C421ED4F}"/>
    <pc:docChg chg="custSel modSld">
      <pc:chgData name="Jose Manuel Espinoza Bone" userId="b1115e5860e640e8" providerId="LiveId" clId="{136AC519-DA2C-4FA6-81C9-5143C421ED4F}" dt="2025-10-22T02:50:57.145" v="124" actId="20577"/>
      <pc:docMkLst>
        <pc:docMk/>
      </pc:docMkLst>
      <pc:sldChg chg="addSp modSp mod">
        <pc:chgData name="Jose Manuel Espinoza Bone" userId="b1115e5860e640e8" providerId="LiveId" clId="{136AC519-DA2C-4FA6-81C9-5143C421ED4F}" dt="2025-10-22T02:44:57.186" v="7" actId="20577"/>
        <pc:sldMkLst>
          <pc:docMk/>
          <pc:sldMk cId="2586058810" sldId="256"/>
        </pc:sldMkLst>
        <pc:spChg chg="mod">
          <ac:chgData name="Jose Manuel Espinoza Bone" userId="b1115e5860e640e8" providerId="LiveId" clId="{136AC519-DA2C-4FA6-81C9-5143C421ED4F}" dt="2025-10-22T02:44:57.186" v="7" actId="20577"/>
          <ac:spMkLst>
            <pc:docMk/>
            <pc:sldMk cId="2586058810" sldId="256"/>
            <ac:spMk id="2" creationId="{CFE75451-6A4B-484B-9ED1-353CCE25B0F4}"/>
          </ac:spMkLst>
        </pc:spChg>
        <pc:picChg chg="add mod">
          <ac:chgData name="Jose Manuel Espinoza Bone" userId="b1115e5860e640e8" providerId="LiveId" clId="{136AC519-DA2C-4FA6-81C9-5143C421ED4F}" dt="2025-10-22T02:44:44.764" v="4" actId="1076"/>
          <ac:picMkLst>
            <pc:docMk/>
            <pc:sldMk cId="2586058810" sldId="256"/>
            <ac:picMk id="4" creationId="{B4C08ED2-A993-0A0D-9710-D53E51872F46}"/>
          </ac:picMkLst>
        </pc:picChg>
      </pc:sldChg>
      <pc:sldChg chg="addSp modSp mod">
        <pc:chgData name="Jose Manuel Espinoza Bone" userId="b1115e5860e640e8" providerId="LiveId" clId="{136AC519-DA2C-4FA6-81C9-5143C421ED4F}" dt="2025-10-22T02:50:57.145" v="124" actId="20577"/>
        <pc:sldMkLst>
          <pc:docMk/>
          <pc:sldMk cId="1969787568" sldId="271"/>
        </pc:sldMkLst>
        <pc:spChg chg="mod">
          <ac:chgData name="Jose Manuel Espinoza Bone" userId="b1115e5860e640e8" providerId="LiveId" clId="{136AC519-DA2C-4FA6-81C9-5143C421ED4F}" dt="2025-10-22T02:49:38.119" v="89" actId="20577"/>
          <ac:spMkLst>
            <pc:docMk/>
            <pc:sldMk cId="1969787568" sldId="271"/>
            <ac:spMk id="2" creationId="{8BDF1EDE-5423-435C-B149-87AB1BC22B83}"/>
          </ac:spMkLst>
        </pc:spChg>
        <pc:spChg chg="add mod">
          <ac:chgData name="Jose Manuel Espinoza Bone" userId="b1115e5860e640e8" providerId="LiveId" clId="{136AC519-DA2C-4FA6-81C9-5143C421ED4F}" dt="2025-10-22T02:50:57.145" v="124" actId="20577"/>
          <ac:spMkLst>
            <pc:docMk/>
            <pc:sldMk cId="1969787568" sldId="271"/>
            <ac:spMk id="3" creationId="{82DE2466-BBA9-7879-F314-62454898BC74}"/>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E7F456E-01A6-4013-ACA5-F5492591A24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484983A3-9B9B-4D61-97C9-B9E239A315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56F32FC-4BD9-442A-A8C6-51598C909FE3}" type="datetimeFigureOut">
              <a:rPr lang="en-US" smtClean="0"/>
              <a:t>11/16/2025</a:t>
            </a:fld>
            <a:endParaRPr lang="en-US" dirty="0"/>
          </a:p>
        </p:txBody>
      </p:sp>
      <p:sp>
        <p:nvSpPr>
          <p:cNvPr id="4" name="Footer Placeholder 3">
            <a:extLst>
              <a:ext uri="{FF2B5EF4-FFF2-40B4-BE49-F238E27FC236}">
                <a16:creationId xmlns:a16="http://schemas.microsoft.com/office/drawing/2014/main" id="{5EEABE74-7A97-4D17-8390-42ADD25C33C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42C1DBD-1052-425E-BF3C-983304BED5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8EEFA9E-C190-4F5C-8394-BD5F1CD55C02}" type="slidenum">
              <a:rPr lang="en-US" smtClean="0"/>
              <a:t>‹#›</a:t>
            </a:fld>
            <a:endParaRPr lang="en-US" dirty="0"/>
          </a:p>
        </p:txBody>
      </p:sp>
    </p:spTree>
    <p:extLst>
      <p:ext uri="{BB962C8B-B14F-4D97-AF65-F5344CB8AC3E}">
        <p14:creationId xmlns:p14="http://schemas.microsoft.com/office/powerpoint/2010/main" val="23248019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6371FA-A98D-41E8-93F4-09945841298A}" type="datetimeFigureOut">
              <a:rPr lang="en-US" smtClean="0"/>
              <a:t>11/16/2025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289C57-55D7-40A4-A101-E74FAC7A092B}" type="slidenum">
              <a:rPr lang="en-US" smtClean="0"/>
              <a:t>‹#›</a:t>
            </a:fld>
            <a:endParaRPr lang="en-US" dirty="0"/>
          </a:p>
        </p:txBody>
      </p:sp>
    </p:spTree>
    <p:extLst>
      <p:ext uri="{BB962C8B-B14F-4D97-AF65-F5344CB8AC3E}">
        <p14:creationId xmlns:p14="http://schemas.microsoft.com/office/powerpoint/2010/main" val="2839902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1</a:t>
            </a:fld>
            <a:endParaRPr lang="en-US" dirty="0"/>
          </a:p>
        </p:txBody>
      </p:sp>
    </p:spTree>
    <p:extLst>
      <p:ext uri="{BB962C8B-B14F-4D97-AF65-F5344CB8AC3E}">
        <p14:creationId xmlns:p14="http://schemas.microsoft.com/office/powerpoint/2010/main" val="17781288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2243E-7C76-83A5-EF2C-72622E46FB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98490C-B36F-2459-6714-95CE9ABDB1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868E7B-91F4-DFBD-78FC-F4FEFB6EE53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294B3F2-47A5-B5CE-06A1-7F52DE88C0A7}"/>
              </a:ext>
            </a:extLst>
          </p:cNvPr>
          <p:cNvSpPr>
            <a:spLocks noGrp="1"/>
          </p:cNvSpPr>
          <p:nvPr>
            <p:ph type="sldNum" sz="quarter" idx="5"/>
          </p:nvPr>
        </p:nvSpPr>
        <p:spPr/>
        <p:txBody>
          <a:bodyPr/>
          <a:lstStyle/>
          <a:p>
            <a:fld id="{22289C57-55D7-40A4-A101-E74FAC7A092B}" type="slidenum">
              <a:rPr lang="en-US" smtClean="0"/>
              <a:t>2</a:t>
            </a:fld>
            <a:endParaRPr lang="en-US" dirty="0"/>
          </a:p>
        </p:txBody>
      </p:sp>
    </p:spTree>
    <p:extLst>
      <p:ext uri="{BB962C8B-B14F-4D97-AF65-F5344CB8AC3E}">
        <p14:creationId xmlns:p14="http://schemas.microsoft.com/office/powerpoint/2010/main" val="1876412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3</a:t>
            </a:fld>
            <a:endParaRPr lang="en-US" dirty="0"/>
          </a:p>
        </p:txBody>
      </p:sp>
    </p:spTree>
    <p:extLst>
      <p:ext uri="{BB962C8B-B14F-4D97-AF65-F5344CB8AC3E}">
        <p14:creationId xmlns:p14="http://schemas.microsoft.com/office/powerpoint/2010/main" val="28439544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ECA126-FBAB-009C-E27C-74D08FBFD2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32718F-318E-5CA6-3C4E-918A8785AF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9699BE-6982-9C5D-910C-D6DB6AA2B2D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C467ACC-3E11-11A2-B8E7-ECFD520A17F2}"/>
              </a:ext>
            </a:extLst>
          </p:cNvPr>
          <p:cNvSpPr>
            <a:spLocks noGrp="1"/>
          </p:cNvSpPr>
          <p:nvPr>
            <p:ph type="sldNum" sz="quarter" idx="5"/>
          </p:nvPr>
        </p:nvSpPr>
        <p:spPr/>
        <p:txBody>
          <a:bodyPr/>
          <a:lstStyle/>
          <a:p>
            <a:fld id="{22289C57-55D7-40A4-A101-E74FAC7A092B}" type="slidenum">
              <a:rPr lang="en-US" smtClean="0"/>
              <a:t>4</a:t>
            </a:fld>
            <a:endParaRPr lang="en-US" dirty="0"/>
          </a:p>
        </p:txBody>
      </p:sp>
    </p:spTree>
    <p:extLst>
      <p:ext uri="{BB962C8B-B14F-4D97-AF65-F5344CB8AC3E}">
        <p14:creationId xmlns:p14="http://schemas.microsoft.com/office/powerpoint/2010/main" val="20543966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7B4C3-3097-AAD9-E119-18CC4BB178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0EBE38-6569-2B9C-377F-D67CFD8FFD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6CD6AD-F855-1EDB-5853-2A05D41E460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2C784E-452A-D09B-1E62-15D23DA3A44C}"/>
              </a:ext>
            </a:extLst>
          </p:cNvPr>
          <p:cNvSpPr>
            <a:spLocks noGrp="1"/>
          </p:cNvSpPr>
          <p:nvPr>
            <p:ph type="sldNum" sz="quarter" idx="5"/>
          </p:nvPr>
        </p:nvSpPr>
        <p:spPr/>
        <p:txBody>
          <a:bodyPr/>
          <a:lstStyle/>
          <a:p>
            <a:fld id="{22289C57-55D7-40A4-A101-E74FAC7A092B}" type="slidenum">
              <a:rPr lang="en-US" smtClean="0"/>
              <a:t>5</a:t>
            </a:fld>
            <a:endParaRPr lang="en-US" dirty="0"/>
          </a:p>
        </p:txBody>
      </p:sp>
    </p:spTree>
    <p:extLst>
      <p:ext uri="{BB962C8B-B14F-4D97-AF65-F5344CB8AC3E}">
        <p14:creationId xmlns:p14="http://schemas.microsoft.com/office/powerpoint/2010/main" val="8472842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432D08-5347-B2B7-C33D-213678F52D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5E6F1A-C6A5-AF2D-44B8-1410614006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2EA5C-418A-67CB-AA30-DA2FC0E5734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A10A97-70B1-01B3-22F3-C091A24E7FFD}"/>
              </a:ext>
            </a:extLst>
          </p:cNvPr>
          <p:cNvSpPr>
            <a:spLocks noGrp="1"/>
          </p:cNvSpPr>
          <p:nvPr>
            <p:ph type="sldNum" sz="quarter" idx="5"/>
          </p:nvPr>
        </p:nvSpPr>
        <p:spPr/>
        <p:txBody>
          <a:bodyPr/>
          <a:lstStyle/>
          <a:p>
            <a:fld id="{22289C57-55D7-40A4-A101-E74FAC7A092B}" type="slidenum">
              <a:rPr lang="en-US" smtClean="0"/>
              <a:t>6</a:t>
            </a:fld>
            <a:endParaRPr lang="en-US" dirty="0"/>
          </a:p>
        </p:txBody>
      </p:sp>
    </p:spTree>
    <p:extLst>
      <p:ext uri="{BB962C8B-B14F-4D97-AF65-F5344CB8AC3E}">
        <p14:creationId xmlns:p14="http://schemas.microsoft.com/office/powerpoint/2010/main" val="823419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0D8C6-8946-1BD4-D3C5-E1513441B1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260034-59E3-FAB3-5B1B-0563880B5F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889916-C84B-648E-092B-AC653CF3EC7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87D5AE0-D123-F261-47D2-3359F50FE0DB}"/>
              </a:ext>
            </a:extLst>
          </p:cNvPr>
          <p:cNvSpPr>
            <a:spLocks noGrp="1"/>
          </p:cNvSpPr>
          <p:nvPr>
            <p:ph type="sldNum" sz="quarter" idx="5"/>
          </p:nvPr>
        </p:nvSpPr>
        <p:spPr/>
        <p:txBody>
          <a:bodyPr/>
          <a:lstStyle/>
          <a:p>
            <a:fld id="{22289C57-55D7-40A4-A101-E74FAC7A092B}" type="slidenum">
              <a:rPr lang="en-US" smtClean="0"/>
              <a:t>7</a:t>
            </a:fld>
            <a:endParaRPr lang="en-US" dirty="0"/>
          </a:p>
        </p:txBody>
      </p:sp>
    </p:spTree>
    <p:extLst>
      <p:ext uri="{BB962C8B-B14F-4D97-AF65-F5344CB8AC3E}">
        <p14:creationId xmlns:p14="http://schemas.microsoft.com/office/powerpoint/2010/main" val="31696667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84289-3C36-1AFB-F41E-1F4CC37CA1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7A42B5-9210-6E35-BB73-C1CCCDCF02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66545E-7ACC-9C25-0BB3-F3D64319957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0869C4A-EF39-CAD1-2FF8-15A6571A1111}"/>
              </a:ext>
            </a:extLst>
          </p:cNvPr>
          <p:cNvSpPr>
            <a:spLocks noGrp="1"/>
          </p:cNvSpPr>
          <p:nvPr>
            <p:ph type="sldNum" sz="quarter" idx="5"/>
          </p:nvPr>
        </p:nvSpPr>
        <p:spPr/>
        <p:txBody>
          <a:bodyPr/>
          <a:lstStyle/>
          <a:p>
            <a:fld id="{22289C57-55D7-40A4-A101-E74FAC7A092B}" type="slidenum">
              <a:rPr lang="en-US" smtClean="0"/>
              <a:t>8</a:t>
            </a:fld>
            <a:endParaRPr lang="en-US" dirty="0"/>
          </a:p>
        </p:txBody>
      </p:sp>
    </p:spTree>
    <p:extLst>
      <p:ext uri="{BB962C8B-B14F-4D97-AF65-F5344CB8AC3E}">
        <p14:creationId xmlns:p14="http://schemas.microsoft.com/office/powerpoint/2010/main" val="19077587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0A3405-F459-BAF9-571B-9BFE39ACA5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F774F5-1F31-B559-3A12-93658E6951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56087E-5E82-7BED-606B-315F2EDA46F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105B766-A43D-9D66-59C7-4968E9DCEC73}"/>
              </a:ext>
            </a:extLst>
          </p:cNvPr>
          <p:cNvSpPr>
            <a:spLocks noGrp="1"/>
          </p:cNvSpPr>
          <p:nvPr>
            <p:ph type="sldNum" sz="quarter" idx="5"/>
          </p:nvPr>
        </p:nvSpPr>
        <p:spPr/>
        <p:txBody>
          <a:bodyPr/>
          <a:lstStyle/>
          <a:p>
            <a:fld id="{22289C57-55D7-40A4-A101-E74FAC7A092B}" type="slidenum">
              <a:rPr lang="en-US" smtClean="0"/>
              <a:t>9</a:t>
            </a:fld>
            <a:endParaRPr lang="en-US" dirty="0"/>
          </a:p>
        </p:txBody>
      </p:sp>
    </p:spTree>
    <p:extLst>
      <p:ext uri="{BB962C8B-B14F-4D97-AF65-F5344CB8AC3E}">
        <p14:creationId xmlns:p14="http://schemas.microsoft.com/office/powerpoint/2010/main" val="14090458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6100F6-9E1B-F5FF-9929-786B3F592B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5BE984-4B96-0CF3-A194-802DFCCE02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92FE17-C637-6DAE-D663-878DE49C001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AC76CD5-2DD7-EF62-0E6B-0A97C82DCC86}"/>
              </a:ext>
            </a:extLst>
          </p:cNvPr>
          <p:cNvSpPr>
            <a:spLocks noGrp="1"/>
          </p:cNvSpPr>
          <p:nvPr>
            <p:ph type="sldNum" sz="quarter" idx="5"/>
          </p:nvPr>
        </p:nvSpPr>
        <p:spPr/>
        <p:txBody>
          <a:bodyPr/>
          <a:lstStyle/>
          <a:p>
            <a:fld id="{22289C57-55D7-40A4-A101-E74FAC7A092B}" type="slidenum">
              <a:rPr lang="en-US" smtClean="0"/>
              <a:t>10</a:t>
            </a:fld>
            <a:endParaRPr lang="en-US" dirty="0"/>
          </a:p>
        </p:txBody>
      </p:sp>
    </p:spTree>
    <p:extLst>
      <p:ext uri="{BB962C8B-B14F-4D97-AF65-F5344CB8AC3E}">
        <p14:creationId xmlns:p14="http://schemas.microsoft.com/office/powerpoint/2010/main" val="28723864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11</a:t>
            </a:fld>
            <a:endParaRPr lang="en-US" dirty="0"/>
          </a:p>
        </p:txBody>
      </p:sp>
    </p:spTree>
    <p:extLst>
      <p:ext uri="{BB962C8B-B14F-4D97-AF65-F5344CB8AC3E}">
        <p14:creationId xmlns:p14="http://schemas.microsoft.com/office/powerpoint/2010/main" val="70268381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41918" y="3329790"/>
            <a:ext cx="4941771" cy="3200400"/>
          </a:xfrm>
        </p:spPr>
        <p:txBody>
          <a:bodyPr anchor="ctr">
            <a:noAutofit/>
          </a:bodyPr>
          <a:lstStyle>
            <a:lvl1pPr algn="l">
              <a:defRPr sz="3600" spc="150" baseline="0"/>
            </a:lvl1pPr>
          </a:lstStyle>
          <a:p>
            <a:r>
              <a:rPr lang="en-US" dirty="0"/>
              <a:t>CLICK TO add title</a:t>
            </a:r>
          </a:p>
        </p:txBody>
      </p:sp>
      <p:pic>
        <p:nvPicPr>
          <p:cNvPr id="8" name="Graphic 7">
            <a:extLst>
              <a:ext uri="{FF2B5EF4-FFF2-40B4-BE49-F238E27FC236}">
                <a16:creationId xmlns:a16="http://schemas.microsoft.com/office/drawing/2014/main" id="{A04F1E16-9A84-4D0E-9706-79C396AF6AE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1776826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tx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8301" r="28341" b="23071"/>
          <a:stretch/>
        </p:blipFill>
        <p:spPr>
          <a:xfrm>
            <a:off x="4229100" y="0"/>
            <a:ext cx="7962901"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500" y="1020445"/>
            <a:ext cx="2895600" cy="1325563"/>
          </a:xfrm>
        </p:spPr>
        <p:txBody>
          <a:bodyPr anchor="b">
            <a:normAutofit/>
          </a:bodyPr>
          <a:lstStyle>
            <a:lvl1pPr>
              <a:defRPr sz="2800" spc="150" baseline="0">
                <a:solidFill>
                  <a:schemeClr val="bg1"/>
                </a:solidFill>
              </a:defRPr>
            </a:lvl1pPr>
          </a:lstStyle>
          <a:p>
            <a:r>
              <a:rPr lang="en-US" dirty="0"/>
              <a:t>CLICK TO add title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hasCustomPrompt="1"/>
          </p:nvPr>
        </p:nvSpPr>
        <p:spPr>
          <a:xfrm>
            <a:off x="1333500" y="2674013"/>
            <a:ext cx="2895600" cy="3269589"/>
          </a:xfrm>
        </p:spPr>
        <p:txBody>
          <a:bodyPr>
            <a:normAutofit/>
          </a:bodyPr>
          <a:lstStyle>
            <a:lvl1pPr marL="0" indent="0">
              <a:lnSpc>
                <a:spcPct val="140000"/>
              </a:lnSpc>
              <a:spcBef>
                <a:spcPts val="1000"/>
              </a:spcBef>
              <a:buNone/>
              <a:defRPr sz="1800">
                <a:solidFill>
                  <a:schemeClr val="bg1"/>
                </a:solidFill>
              </a:defRPr>
            </a:lvl1pPr>
            <a:lvl2pPr marL="457200" indent="0">
              <a:lnSpc>
                <a:spcPct val="140000"/>
              </a:lnSpc>
              <a:spcBef>
                <a:spcPts val="1000"/>
              </a:spcBef>
              <a:buNone/>
              <a:defRPr sz="1800">
                <a:solidFill>
                  <a:schemeClr val="bg1"/>
                </a:solidFill>
              </a:defRPr>
            </a:lvl2pPr>
            <a:lvl3pPr marL="914400" indent="0">
              <a:lnSpc>
                <a:spcPct val="140000"/>
              </a:lnSpc>
              <a:spcBef>
                <a:spcPts val="1000"/>
              </a:spcBef>
              <a:buNone/>
              <a:defRPr sz="1800">
                <a:solidFill>
                  <a:schemeClr val="bg1"/>
                </a:solidFill>
              </a:defRPr>
            </a:lvl3pPr>
            <a:lvl4pPr marL="1371600" indent="0">
              <a:lnSpc>
                <a:spcPct val="140000"/>
              </a:lnSpc>
              <a:spcBef>
                <a:spcPts val="1000"/>
              </a:spcBef>
              <a:buNone/>
              <a:defRPr sz="1800">
                <a:solidFill>
                  <a:schemeClr val="bg1"/>
                </a:solidFill>
              </a:defRPr>
            </a:lvl4pPr>
            <a:lvl5pPr marL="1828800" indent="0">
              <a:lnSpc>
                <a:spcPct val="140000"/>
              </a:lnSpc>
              <a:spcBef>
                <a:spcPts val="1000"/>
              </a:spcBef>
              <a:buNone/>
              <a:defRPr sz="180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1333500" y="6356349"/>
            <a:ext cx="3819228" cy="365125"/>
          </a:xfrm>
        </p:spPr>
        <p:txBody>
          <a:bodyPr/>
          <a:lstStyle>
            <a:lvl1pPr algn="l">
              <a:defRPr sz="900"/>
            </a:lvl1pPr>
          </a:lstStyle>
          <a:p>
            <a:r>
              <a:rPr lang="en-US" dirty="0"/>
              <a:t>PRESENTATION TITLE</a:t>
            </a:r>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982124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1">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87018"/>
            <a:ext cx="4179570" cy="3377354"/>
          </a:xfrm>
        </p:spPr>
        <p:txBody>
          <a:bodyPr anchor="b">
            <a:noAutofit/>
          </a:bodyPr>
          <a:lstStyle>
            <a:lvl1pPr algn="l">
              <a:defRPr sz="3600" spc="150" baseline="0">
                <a:solidFill>
                  <a:schemeClr val="tx1"/>
                </a:solidFill>
              </a:defRPr>
            </a:lvl1pPr>
          </a:lstStyle>
          <a:p>
            <a:r>
              <a:rPr lang="en-US" dirty="0"/>
              <a:t>CLICK TO add title</a:t>
            </a:r>
          </a:p>
        </p:txBody>
      </p:sp>
      <p:grpSp>
        <p:nvGrpSpPr>
          <p:cNvPr id="4" name="Group 3">
            <a:extLst>
              <a:ext uri="{FF2B5EF4-FFF2-40B4-BE49-F238E27FC236}">
                <a16:creationId xmlns:a16="http://schemas.microsoft.com/office/drawing/2014/main" id="{4A96E214-6A61-C8A7-B1DB-C8C260C13441}"/>
              </a:ext>
              <a:ext uri="{C183D7F6-B498-43B3-948B-1728B52AA6E4}">
                <adec:decorative xmlns:adec="http://schemas.microsoft.com/office/drawing/2017/decorative" val="1"/>
              </a:ext>
            </a:extLst>
          </p:cNvPr>
          <p:cNvGrpSpPr/>
          <p:nvPr userDrawn="1"/>
        </p:nvGrpSpPr>
        <p:grpSpPr>
          <a:xfrm>
            <a:off x="0" y="0"/>
            <a:ext cx="6557818" cy="6858000"/>
            <a:chOff x="0" y="0"/>
            <a:chExt cx="4762501" cy="5186363"/>
          </a:xfrm>
        </p:grpSpPr>
        <p:cxnSp>
          <p:nvCxnSpPr>
            <p:cNvPr id="5" name="Straight Connector 4">
              <a:extLst>
                <a:ext uri="{FF2B5EF4-FFF2-40B4-BE49-F238E27FC236}">
                  <a16:creationId xmlns:a16="http://schemas.microsoft.com/office/drawing/2014/main" id="{A18BC1BC-99D6-D9F4-19F9-AAE722E2AE61}"/>
                </a:ext>
              </a:extLst>
            </p:cNvPr>
            <p:cNvCxnSpPr>
              <a:cxnSpLocks/>
            </p:cNvCxnSpPr>
            <p:nvPr userDrawn="1"/>
          </p:nvCxnSpPr>
          <p:spPr>
            <a:xfrm flipH="1" flipV="1">
              <a:off x="0" y="876300"/>
              <a:ext cx="4762500" cy="16287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816F797-248B-2C75-29B9-DB65A809D47B}"/>
                </a:ext>
              </a:extLst>
            </p:cNvPr>
            <p:cNvCxnSpPr>
              <a:cxnSpLocks/>
            </p:cNvCxnSpPr>
            <p:nvPr userDrawn="1"/>
          </p:nvCxnSpPr>
          <p:spPr>
            <a:xfrm flipH="1" flipV="1">
              <a:off x="2638425" y="0"/>
              <a:ext cx="2124076" cy="51863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82501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87680"/>
            <a:ext cx="4179570" cy="3376691"/>
          </a:xfrm>
        </p:spPr>
        <p:txBody>
          <a:bodyPr anchor="b">
            <a:noAutofit/>
          </a:bodyPr>
          <a:lstStyle>
            <a:lvl1pPr algn="l">
              <a:defRPr sz="3600" spc="150" baseline="0">
                <a:solidFill>
                  <a:schemeClr val="bg1"/>
                </a:solidFill>
              </a:defRPr>
            </a:lvl1pPr>
          </a:lstStyle>
          <a:p>
            <a:r>
              <a:rPr lang="en-US" dirty="0"/>
              <a:t>CLICK TO add title</a:t>
            </a:r>
          </a:p>
        </p:txBody>
      </p:sp>
      <p:cxnSp>
        <p:nvCxnSpPr>
          <p:cNvPr id="7" name="Straight Connector 6">
            <a:extLst>
              <a:ext uri="{FF2B5EF4-FFF2-40B4-BE49-F238E27FC236}">
                <a16:creationId xmlns:a16="http://schemas.microsoft.com/office/drawing/2014/main" id="{5D8E94DD-0F7B-3F92-58EA-5F06D557BF40}"/>
              </a:ext>
              <a:ext uri="{C183D7F6-B498-43B3-948B-1728B52AA6E4}">
                <adec:decorative xmlns:adec="http://schemas.microsoft.com/office/drawing/2017/decorative" val="1"/>
              </a:ext>
            </a:extLst>
          </p:cNvPr>
          <p:cNvCxnSpPr>
            <a:cxnSpLocks/>
          </p:cNvCxnSpPr>
          <p:nvPr userDrawn="1"/>
        </p:nvCxnSpPr>
        <p:spPr>
          <a:xfrm>
            <a:off x="3990667" y="0"/>
            <a:ext cx="1126278" cy="251229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Picture Placeholder 8">
            <a:extLst>
              <a:ext uri="{FF2B5EF4-FFF2-40B4-BE49-F238E27FC236}">
                <a16:creationId xmlns:a16="http://schemas.microsoft.com/office/drawing/2014/main" id="{419F5397-34DB-BC88-ADF5-AA470A06FE50}"/>
              </a:ext>
            </a:extLst>
          </p:cNvPr>
          <p:cNvSpPr>
            <a:spLocks noGrp="1"/>
          </p:cNvSpPr>
          <p:nvPr>
            <p:ph type="pic" sz="quarter" idx="10"/>
          </p:nvPr>
        </p:nvSpPr>
        <p:spPr>
          <a:xfrm>
            <a:off x="0" y="-5080"/>
            <a:ext cx="6576291" cy="6872605"/>
          </a:xfrm>
          <a:custGeom>
            <a:avLst/>
            <a:gdLst>
              <a:gd name="connsiteX0" fmla="*/ 0 w 6576291"/>
              <a:gd name="connsiteY0" fmla="*/ 0 h 6867525"/>
              <a:gd name="connsiteX1" fmla="*/ 6576291 w 6576291"/>
              <a:gd name="connsiteY1" fmla="*/ 0 h 6867525"/>
              <a:gd name="connsiteX2" fmla="*/ 6576291 w 6576291"/>
              <a:gd name="connsiteY2" fmla="*/ 6867525 h 6867525"/>
              <a:gd name="connsiteX3" fmla="*/ 0 w 6576291"/>
              <a:gd name="connsiteY3" fmla="*/ 6867525 h 6867525"/>
              <a:gd name="connsiteX4" fmla="*/ 0 w 6576291"/>
              <a:gd name="connsiteY4" fmla="*/ 0 h 6867525"/>
              <a:gd name="connsiteX0" fmla="*/ 0 w 6576291"/>
              <a:gd name="connsiteY0" fmla="*/ 5080 h 6872605"/>
              <a:gd name="connsiteX1" fmla="*/ 3604491 w 6576291"/>
              <a:gd name="connsiteY1" fmla="*/ 0 h 6872605"/>
              <a:gd name="connsiteX2" fmla="*/ 6576291 w 6576291"/>
              <a:gd name="connsiteY2" fmla="*/ 6872605 h 6872605"/>
              <a:gd name="connsiteX3" fmla="*/ 0 w 6576291"/>
              <a:gd name="connsiteY3" fmla="*/ 6872605 h 6872605"/>
              <a:gd name="connsiteX4" fmla="*/ 0 w 6576291"/>
              <a:gd name="connsiteY4" fmla="*/ 5080 h 6872605"/>
              <a:gd name="connsiteX0" fmla="*/ 0 w 6576291"/>
              <a:gd name="connsiteY0" fmla="*/ 0 h 6867525"/>
              <a:gd name="connsiteX1" fmla="*/ 3624811 w 6576291"/>
              <a:gd name="connsiteY1" fmla="*/ 10160 h 6867525"/>
              <a:gd name="connsiteX2" fmla="*/ 6576291 w 6576291"/>
              <a:gd name="connsiteY2" fmla="*/ 6867525 h 6867525"/>
              <a:gd name="connsiteX3" fmla="*/ 0 w 6576291"/>
              <a:gd name="connsiteY3" fmla="*/ 6867525 h 6867525"/>
              <a:gd name="connsiteX4" fmla="*/ 0 w 6576291"/>
              <a:gd name="connsiteY4" fmla="*/ 0 h 6867525"/>
              <a:gd name="connsiteX0" fmla="*/ 0 w 6576291"/>
              <a:gd name="connsiteY0" fmla="*/ 5080 h 6872605"/>
              <a:gd name="connsiteX1" fmla="*/ 3629891 w 6576291"/>
              <a:gd name="connsiteY1" fmla="*/ 0 h 6872605"/>
              <a:gd name="connsiteX2" fmla="*/ 6576291 w 6576291"/>
              <a:gd name="connsiteY2" fmla="*/ 6872605 h 6872605"/>
              <a:gd name="connsiteX3" fmla="*/ 0 w 6576291"/>
              <a:gd name="connsiteY3" fmla="*/ 6872605 h 6872605"/>
              <a:gd name="connsiteX4" fmla="*/ 0 w 6576291"/>
              <a:gd name="connsiteY4" fmla="*/ 5080 h 68726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6291" h="6872605">
                <a:moveTo>
                  <a:pt x="0" y="5080"/>
                </a:moveTo>
                <a:lnTo>
                  <a:pt x="3629891" y="0"/>
                </a:lnTo>
                <a:lnTo>
                  <a:pt x="6576291" y="6872605"/>
                </a:lnTo>
                <a:lnTo>
                  <a:pt x="0" y="6872605"/>
                </a:lnTo>
                <a:lnTo>
                  <a:pt x="0" y="5080"/>
                </a:lnTo>
                <a:close/>
              </a:path>
            </a:pathLst>
          </a:custGeom>
        </p:spPr>
        <p:txBody>
          <a:bodyPr lIns="182880" tIns="182880" bIns="91440">
            <a:normAutofit/>
          </a:bodyPr>
          <a:lstStyle>
            <a:lvl1pPr marL="0" indent="0">
              <a:buNone/>
              <a:defRPr sz="2000">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37540186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22318" y="268360"/>
            <a:ext cx="7288282" cy="2121177"/>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Content Placeholder 3">
            <a:extLst>
              <a:ext uri="{FF2B5EF4-FFF2-40B4-BE49-F238E27FC236}">
                <a16:creationId xmlns:a16="http://schemas.microsoft.com/office/drawing/2014/main" id="{EAC9D25F-5B3D-F5B2-5D02-C6BC6AA8987B}"/>
              </a:ext>
            </a:extLst>
          </p:cNvPr>
          <p:cNvSpPr>
            <a:spLocks noGrp="1"/>
          </p:cNvSpPr>
          <p:nvPr>
            <p:ph sz="half" idx="2" hasCustomPrompt="1"/>
          </p:nvPr>
        </p:nvSpPr>
        <p:spPr>
          <a:xfrm>
            <a:off x="1322388" y="2763078"/>
            <a:ext cx="7288212" cy="3407051"/>
          </a:xfrm>
        </p:spPr>
        <p:txBody>
          <a:bodyPr>
            <a:normAutofit/>
          </a:bodyPr>
          <a:lstStyle>
            <a:lvl1pPr marL="0" indent="0">
              <a:lnSpc>
                <a:spcPct val="100000"/>
              </a:lnSpc>
              <a:buFont typeface="Arial" panose="020B0604020202020204" pitchFamily="34" charset="0"/>
              <a:buNone/>
              <a:defRPr sz="1800" b="1"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9" name="Group 8">
            <a:extLst>
              <a:ext uri="{FF2B5EF4-FFF2-40B4-BE49-F238E27FC236}">
                <a16:creationId xmlns:a16="http://schemas.microsoft.com/office/drawing/2014/main" id="{18E16CF1-2502-F2F0-2C27-2DD7979033E2}"/>
              </a:ext>
              <a:ext uri="{C183D7F6-B498-43B3-948B-1728B52AA6E4}">
                <adec:decorative xmlns:adec="http://schemas.microsoft.com/office/drawing/2017/decorative" val="1"/>
              </a:ext>
            </a:extLst>
          </p:cNvPr>
          <p:cNvGrpSpPr/>
          <p:nvPr userDrawn="1"/>
        </p:nvGrpSpPr>
        <p:grpSpPr>
          <a:xfrm>
            <a:off x="9096374" y="-25401"/>
            <a:ext cx="3095625" cy="6883401"/>
            <a:chOff x="9096375" y="-25401"/>
            <a:chExt cx="3095625" cy="6883401"/>
          </a:xfrm>
        </p:grpSpPr>
        <p:cxnSp>
          <p:nvCxnSpPr>
            <p:cNvPr id="10" name="Straight Connector 9">
              <a:extLst>
                <a:ext uri="{FF2B5EF4-FFF2-40B4-BE49-F238E27FC236}">
                  <a16:creationId xmlns:a16="http://schemas.microsoft.com/office/drawing/2014/main" id="{6322A6FB-333C-65AE-23D8-08BCEA174D43}"/>
                </a:ext>
              </a:extLst>
            </p:cNvPr>
            <p:cNvCxnSpPr/>
            <p:nvPr userDrawn="1"/>
          </p:nvCxnSpPr>
          <p:spPr>
            <a:xfrm>
              <a:off x="9096375" y="1497012"/>
              <a:ext cx="30956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62BB247-4598-A983-DEBF-6F042C1DB0BC}"/>
                </a:ext>
              </a:extLst>
            </p:cNvPr>
            <p:cNvCxnSpPr>
              <a:cxnSpLocks/>
            </p:cNvCxnSpPr>
            <p:nvPr userDrawn="1"/>
          </p:nvCxnSpPr>
          <p:spPr>
            <a:xfrm flipH="1">
              <a:off x="9381744" y="-25401"/>
              <a:ext cx="2810256" cy="68834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 name="Straight Connector 11">
            <a:extLst>
              <a:ext uri="{FF2B5EF4-FFF2-40B4-BE49-F238E27FC236}">
                <a16:creationId xmlns:a16="http://schemas.microsoft.com/office/drawing/2014/main" id="{34E84FEE-D475-A71D-7996-5925602ECF9A}"/>
              </a:ext>
              <a:ext uri="{C183D7F6-B498-43B3-948B-1728B52AA6E4}">
                <adec:decorative xmlns:adec="http://schemas.microsoft.com/office/drawing/2017/decorative" val="1"/>
              </a:ext>
            </a:extLst>
          </p:cNvPr>
          <p:cNvCxnSpPr>
            <a:cxnSpLocks/>
          </p:cNvCxnSpPr>
          <p:nvPr userDrawn="1"/>
        </p:nvCxnSpPr>
        <p:spPr>
          <a:xfrm rot="10800000" flipH="1">
            <a:off x="-1" y="-25403"/>
            <a:ext cx="1210573" cy="20481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Footer Placeholder 4">
            <a:extLst>
              <a:ext uri="{FF2B5EF4-FFF2-40B4-BE49-F238E27FC236}">
                <a16:creationId xmlns:a16="http://schemas.microsoft.com/office/drawing/2014/main" id="{7459776D-4049-CB00-C321-0627C169BC51}"/>
              </a:ext>
            </a:extLst>
          </p:cNvPr>
          <p:cNvSpPr>
            <a:spLocks noGrp="1"/>
          </p:cNvSpPr>
          <p:nvPr>
            <p:ph type="ftr" sz="quarter" idx="11"/>
          </p:nvPr>
        </p:nvSpPr>
        <p:spPr>
          <a:xfrm>
            <a:off x="1333500" y="6356349"/>
            <a:ext cx="3819228" cy="365125"/>
          </a:xfrm>
        </p:spPr>
        <p:txBody>
          <a:bodyPr/>
          <a:lstStyle>
            <a:lvl1pPr algn="l">
              <a:defRPr sz="900"/>
            </a:lvl1pPr>
          </a:lstStyle>
          <a:p>
            <a:r>
              <a:rPr lang="en-US" dirty="0"/>
              <a:t>PRESENTATION TITLE</a:t>
            </a:r>
          </a:p>
        </p:txBody>
      </p:sp>
      <p:sp>
        <p:nvSpPr>
          <p:cNvPr id="16" name="Slide Number Placeholder 5">
            <a:extLst>
              <a:ext uri="{FF2B5EF4-FFF2-40B4-BE49-F238E27FC236}">
                <a16:creationId xmlns:a16="http://schemas.microsoft.com/office/drawing/2014/main" id="{EDE114AF-34C6-A062-7340-858BC27DA264}"/>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42497359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Break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06400"/>
            <a:ext cx="4179570" cy="3457971"/>
          </a:xfrm>
        </p:spPr>
        <p:txBody>
          <a:bodyPr anchor="b">
            <a:noAutofit/>
          </a:bodyPr>
          <a:lstStyle>
            <a:lvl1pPr algn="l">
              <a:defRPr sz="3600" spc="150" baseline="0">
                <a:solidFill>
                  <a:schemeClr val="bg1"/>
                </a:solidFill>
              </a:defRPr>
            </a:lvl1pPr>
          </a:lstStyle>
          <a:p>
            <a:r>
              <a:rPr lang="en-US" dirty="0"/>
              <a:t>CLICK TO add title</a:t>
            </a:r>
          </a:p>
        </p:txBody>
      </p:sp>
      <p:pic>
        <p:nvPicPr>
          <p:cNvPr id="4" name="Graphic 3">
            <a:extLst>
              <a:ext uri="{FF2B5EF4-FFF2-40B4-BE49-F238E27FC236}">
                <a16:creationId xmlns:a16="http://schemas.microsoft.com/office/drawing/2014/main" id="{5E045004-3604-59DC-13E0-7A0B2DF78C4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4403296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1">
    <p:bg>
      <p:bgPr>
        <a:solidFill>
          <a:schemeClr val="accent1"/>
        </a:solidFill>
        <a:effectLst/>
      </p:bgPr>
    </p:bg>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955F7B05-9431-1FBA-415D-6CF2DF562B97}"/>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p:blipFill>
        <p:spPr>
          <a:xfrm>
            <a:off x="25785" y="0"/>
            <a:ext cx="4093633" cy="3912394"/>
          </a:xfrm>
          <a:prstGeom prst="rect">
            <a:avLst/>
          </a:prstGeom>
        </p:spPr>
      </p:pic>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568961"/>
            <a:ext cx="8420100" cy="1780860"/>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97255"/>
            <a:ext cx="3924300" cy="464499"/>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7" name="Content Placeholder 3">
            <a:extLst>
              <a:ext uri="{FF2B5EF4-FFF2-40B4-BE49-F238E27FC236}">
                <a16:creationId xmlns:a16="http://schemas.microsoft.com/office/drawing/2014/main" id="{07FF22E3-5928-787E-B062-FA18127D3BD9}"/>
              </a:ext>
            </a:extLst>
          </p:cNvPr>
          <p:cNvSpPr>
            <a:spLocks noGrp="1"/>
          </p:cNvSpPr>
          <p:nvPr>
            <p:ph sz="half" idx="13" hasCustomPrompt="1"/>
          </p:nvPr>
        </p:nvSpPr>
        <p:spPr>
          <a:xfrm>
            <a:off x="2933700" y="3251596"/>
            <a:ext cx="3943627" cy="3234264"/>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97255"/>
            <a:ext cx="3943627" cy="464499"/>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9" name="Content Placeholder 3">
            <a:extLst>
              <a:ext uri="{FF2B5EF4-FFF2-40B4-BE49-F238E27FC236}">
                <a16:creationId xmlns:a16="http://schemas.microsoft.com/office/drawing/2014/main" id="{178E4D0B-96F1-45F3-6B2A-5FA31A37257F}"/>
              </a:ext>
            </a:extLst>
          </p:cNvPr>
          <p:cNvSpPr>
            <a:spLocks noGrp="1"/>
          </p:cNvSpPr>
          <p:nvPr>
            <p:ph sz="half" idx="14" hasCustomPrompt="1"/>
          </p:nvPr>
        </p:nvSpPr>
        <p:spPr>
          <a:xfrm>
            <a:off x="7410173" y="3251595"/>
            <a:ext cx="3943627" cy="3234264"/>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ooter Placeholder 4">
            <a:extLst>
              <a:ext uri="{FF2B5EF4-FFF2-40B4-BE49-F238E27FC236}">
                <a16:creationId xmlns:a16="http://schemas.microsoft.com/office/drawing/2014/main" id="{5F41582C-9AD2-F126-40F3-D43E77D158C8}"/>
              </a:ext>
            </a:extLst>
          </p:cNvPr>
          <p:cNvSpPr>
            <a:spLocks noGrp="1"/>
          </p:cNvSpPr>
          <p:nvPr>
            <p:ph type="ftr" sz="quarter" idx="11"/>
          </p:nvPr>
        </p:nvSpPr>
        <p:spPr>
          <a:xfrm>
            <a:off x="2969260" y="6356349"/>
            <a:ext cx="3819228" cy="365125"/>
          </a:xfrm>
        </p:spPr>
        <p:txBody>
          <a:bodyPr/>
          <a:lstStyle>
            <a:lvl1pPr algn="l">
              <a:defRPr sz="900"/>
            </a:lvl1pPr>
          </a:lstStyle>
          <a:p>
            <a:r>
              <a:rPr lang="en-US" dirty="0"/>
              <a:t>PRESENTATION TITLE</a:t>
            </a:r>
          </a:p>
        </p:txBody>
      </p:sp>
      <p:sp>
        <p:nvSpPr>
          <p:cNvPr id="14" name="Slide Number Placeholder 5">
            <a:extLst>
              <a:ext uri="{FF2B5EF4-FFF2-40B4-BE49-F238E27FC236}">
                <a16:creationId xmlns:a16="http://schemas.microsoft.com/office/drawing/2014/main" id="{341F76B1-7BEF-7A88-1394-1164BFF082E5}"/>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2840127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341120" y="558801"/>
            <a:ext cx="9953308" cy="1780860"/>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grpSp>
        <p:nvGrpSpPr>
          <p:cNvPr id="10" name="Group 9">
            <a:extLst>
              <a:ext uri="{FF2B5EF4-FFF2-40B4-BE49-F238E27FC236}">
                <a16:creationId xmlns:a16="http://schemas.microsoft.com/office/drawing/2014/main" id="{6A217F83-0BDB-C70B-29FE-2651DE191533}"/>
              </a:ext>
              <a:ext uri="{C183D7F6-B498-43B3-948B-1728B52AA6E4}">
                <adec:decorative xmlns:adec="http://schemas.microsoft.com/office/drawing/2017/decorative" val="1"/>
              </a:ext>
            </a:extLst>
          </p:cNvPr>
          <p:cNvGrpSpPr/>
          <p:nvPr userDrawn="1"/>
        </p:nvGrpSpPr>
        <p:grpSpPr>
          <a:xfrm>
            <a:off x="4429817" y="0"/>
            <a:ext cx="7762183" cy="2754814"/>
            <a:chOff x="7334250" y="0"/>
            <a:chExt cx="4857750" cy="1724025"/>
          </a:xfrm>
        </p:grpSpPr>
        <p:cxnSp>
          <p:nvCxnSpPr>
            <p:cNvPr id="11" name="Straight Connector 10">
              <a:extLst>
                <a:ext uri="{FF2B5EF4-FFF2-40B4-BE49-F238E27FC236}">
                  <a16:creationId xmlns:a16="http://schemas.microsoft.com/office/drawing/2014/main" id="{E0C62368-3F79-C078-7086-B23D2F5A09F8}"/>
                </a:ext>
              </a:extLst>
            </p:cNvPr>
            <p:cNvCxnSpPr/>
            <p:nvPr userDrawn="1"/>
          </p:nvCxnSpPr>
          <p:spPr>
            <a:xfrm flipH="1" flipV="1">
              <a:off x="7334250" y="0"/>
              <a:ext cx="485775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09BDD71-BF2E-BDB0-A625-D8371AEA1CAB}"/>
                </a:ext>
              </a:extLst>
            </p:cNvPr>
            <p:cNvCxnSpPr>
              <a:cxnSpLocks/>
            </p:cNvCxnSpPr>
            <p:nvPr userDrawn="1"/>
          </p:nvCxnSpPr>
          <p:spPr>
            <a:xfrm>
              <a:off x="11487150" y="0"/>
              <a:ext cx="704850" cy="17240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5" name="Text Placeholder 2">
            <a:extLst>
              <a:ext uri="{FF2B5EF4-FFF2-40B4-BE49-F238E27FC236}">
                <a16:creationId xmlns:a16="http://schemas.microsoft.com/office/drawing/2014/main" id="{83354B96-CD25-BE1C-8CA2-3825F820B759}"/>
              </a:ext>
            </a:extLst>
          </p:cNvPr>
          <p:cNvSpPr>
            <a:spLocks noGrp="1"/>
          </p:cNvSpPr>
          <p:nvPr>
            <p:ph type="body" idx="1" hasCustomPrompt="1"/>
          </p:nvPr>
        </p:nvSpPr>
        <p:spPr>
          <a:xfrm>
            <a:off x="1341120" y="2960877"/>
            <a:ext cx="2722880" cy="351284"/>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5" name="Content Placeholder 3">
            <a:extLst>
              <a:ext uri="{FF2B5EF4-FFF2-40B4-BE49-F238E27FC236}">
                <a16:creationId xmlns:a16="http://schemas.microsoft.com/office/drawing/2014/main" id="{CDD81865-54C7-7674-4B2E-041D05C1D146}"/>
              </a:ext>
            </a:extLst>
          </p:cNvPr>
          <p:cNvSpPr>
            <a:spLocks noGrp="1"/>
          </p:cNvSpPr>
          <p:nvPr>
            <p:ph sz="half" idx="15" hasCustomPrompt="1"/>
          </p:nvPr>
        </p:nvSpPr>
        <p:spPr>
          <a:xfrm>
            <a:off x="1341120" y="3392035"/>
            <a:ext cx="2722880" cy="2907164"/>
          </a:xfrm>
        </p:spPr>
        <p:txBody>
          <a:bodyPr tIns="0">
            <a:normAutofit/>
          </a:bodyPr>
          <a:lstStyle>
            <a:lvl1pPr marL="283464" indent="-283464">
              <a:lnSpc>
                <a:spcPct val="100000"/>
              </a:lnSpc>
              <a:buFont typeface="+mj-lt"/>
              <a:buAutoNum type="arabicPeriod"/>
              <a:defRPr sz="1800" b="0" spc="50" baseline="0"/>
            </a:lvl1pPr>
            <a:lvl2pPr marL="566928" indent="-342900">
              <a:lnSpc>
                <a:spcPct val="100000"/>
              </a:lnSpc>
              <a:spcBef>
                <a:spcPts val="1000"/>
              </a:spcBef>
              <a:buFont typeface="+mj-lt"/>
              <a:buAutoNum type="alphaLcPeriod"/>
              <a:defRPr sz="1800" spc="50" baseline="0"/>
            </a:lvl2pPr>
            <a:lvl3pPr marL="850392" indent="-342900">
              <a:lnSpc>
                <a:spcPct val="100000"/>
              </a:lnSpc>
              <a:spcBef>
                <a:spcPts val="1000"/>
              </a:spcBef>
              <a:buFont typeface="+mj-lt"/>
              <a:buAutoNum type="arabicParenR"/>
              <a:defRPr sz="1800" spc="50" baseline="0"/>
            </a:lvl3pPr>
            <a:lvl4pPr marL="1042416" indent="-342900">
              <a:lnSpc>
                <a:spcPct val="100000"/>
              </a:lnSpc>
              <a:spcBef>
                <a:spcPts val="1000"/>
              </a:spcBef>
              <a:buFont typeface="+mj-lt"/>
              <a:buAutoNum type="alphaLcParenR"/>
              <a:defRPr sz="1800" spc="50" baseline="0"/>
            </a:lvl4pPr>
            <a:lvl5pPr marL="1074420" indent="-400050">
              <a:lnSpc>
                <a:spcPct val="100000"/>
              </a:lnSpc>
              <a:spcBef>
                <a:spcPts val="1000"/>
              </a:spcBef>
              <a:buFont typeface="+mj-lt"/>
              <a:buAutoNum type="romanLcPeriod"/>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7" name="Text Placeholder 2">
            <a:extLst>
              <a:ext uri="{FF2B5EF4-FFF2-40B4-BE49-F238E27FC236}">
                <a16:creationId xmlns:a16="http://schemas.microsoft.com/office/drawing/2014/main" id="{6F39BA57-7F1C-623F-BC7F-B689C5AC33EA}"/>
              </a:ext>
            </a:extLst>
          </p:cNvPr>
          <p:cNvSpPr>
            <a:spLocks noGrp="1"/>
          </p:cNvSpPr>
          <p:nvPr>
            <p:ph type="body" idx="10" hasCustomPrompt="1"/>
          </p:nvPr>
        </p:nvSpPr>
        <p:spPr>
          <a:xfrm>
            <a:off x="4754881" y="2960877"/>
            <a:ext cx="5516880" cy="351284"/>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3" name="Content Placeholder 3">
            <a:extLst>
              <a:ext uri="{FF2B5EF4-FFF2-40B4-BE49-F238E27FC236}">
                <a16:creationId xmlns:a16="http://schemas.microsoft.com/office/drawing/2014/main" id="{94BF07A4-5A33-0B3C-A378-AB2435F1D5FF}"/>
              </a:ext>
            </a:extLst>
          </p:cNvPr>
          <p:cNvSpPr>
            <a:spLocks noGrp="1"/>
          </p:cNvSpPr>
          <p:nvPr>
            <p:ph sz="half" idx="14" hasCustomPrompt="1"/>
          </p:nvPr>
        </p:nvSpPr>
        <p:spPr>
          <a:xfrm>
            <a:off x="4754881" y="3324859"/>
            <a:ext cx="5506720" cy="3031489"/>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Footer Placeholder 4">
            <a:extLst>
              <a:ext uri="{FF2B5EF4-FFF2-40B4-BE49-F238E27FC236}">
                <a16:creationId xmlns:a16="http://schemas.microsoft.com/office/drawing/2014/main" id="{63DC63A6-41FE-6C2D-9A53-0AE4A6DBF39B}"/>
              </a:ext>
            </a:extLst>
          </p:cNvPr>
          <p:cNvSpPr>
            <a:spLocks noGrp="1"/>
          </p:cNvSpPr>
          <p:nvPr>
            <p:ph type="ftr" sz="quarter" idx="12"/>
          </p:nvPr>
        </p:nvSpPr>
        <p:spPr>
          <a:xfrm>
            <a:off x="1333500" y="6356349"/>
            <a:ext cx="3819228" cy="365125"/>
          </a:xfrm>
        </p:spPr>
        <p:txBody>
          <a:bodyPr/>
          <a:lstStyle>
            <a:lvl1pPr algn="l">
              <a:defRPr sz="900"/>
            </a:lvl1pPr>
          </a:lstStyle>
          <a:p>
            <a:r>
              <a:rPr lang="en-US" dirty="0"/>
              <a:t>PRESENTATION TITLE</a:t>
            </a:r>
          </a:p>
        </p:txBody>
      </p:sp>
      <p:sp>
        <p:nvSpPr>
          <p:cNvPr id="20" name="Slide Number Placeholder 5">
            <a:extLst>
              <a:ext uri="{FF2B5EF4-FFF2-40B4-BE49-F238E27FC236}">
                <a16:creationId xmlns:a16="http://schemas.microsoft.com/office/drawing/2014/main" id="{0B5130EC-B05B-5489-FBEC-DBEB6D1E737D}"/>
              </a:ext>
            </a:extLst>
          </p:cNvPr>
          <p:cNvSpPr>
            <a:spLocks noGrp="1"/>
          </p:cNvSpPr>
          <p:nvPr>
            <p:ph type="sldNum" sz="quarter" idx="13"/>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21120855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B2CC92D-F90A-CB67-4860-D6939AC29566}"/>
              </a:ext>
              <a:ext uri="{C183D7F6-B498-43B3-948B-1728B52AA6E4}">
                <adec:decorative xmlns:adec="http://schemas.microsoft.com/office/drawing/2017/decorative" val="1"/>
              </a:ext>
            </a:extLst>
          </p:cNvPr>
          <p:cNvCxnSpPr>
            <a:cxnSpLocks/>
          </p:cNvCxnSpPr>
          <p:nvPr userDrawn="1"/>
        </p:nvCxnSpPr>
        <p:spPr>
          <a:xfrm flipH="1" flipV="1">
            <a:off x="3094182" y="0"/>
            <a:ext cx="1745673" cy="38977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4" y="1671639"/>
            <a:ext cx="5884027" cy="1204912"/>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13" name="Picture Placeholder 12">
            <a:extLst>
              <a:ext uri="{FF2B5EF4-FFF2-40B4-BE49-F238E27FC236}">
                <a16:creationId xmlns:a16="http://schemas.microsoft.com/office/drawing/2014/main" id="{4C376638-5C5B-8E5B-0C26-8F63B98EA417}"/>
              </a:ext>
            </a:extLst>
          </p:cNvPr>
          <p:cNvSpPr>
            <a:spLocks noGrp="1"/>
          </p:cNvSpPr>
          <p:nvPr>
            <p:ph type="pic" sz="quarter" idx="13"/>
          </p:nvPr>
        </p:nvSpPr>
        <p:spPr>
          <a:xfrm>
            <a:off x="-28230" y="-9144"/>
            <a:ext cx="5481955" cy="6876288"/>
          </a:xfrm>
          <a:custGeom>
            <a:avLst/>
            <a:gdLst>
              <a:gd name="connsiteX0" fmla="*/ 0 w 5476875"/>
              <a:gd name="connsiteY0" fmla="*/ 0 h 6858000"/>
              <a:gd name="connsiteX1" fmla="*/ 5476875 w 5476875"/>
              <a:gd name="connsiteY1" fmla="*/ 0 h 6858000"/>
              <a:gd name="connsiteX2" fmla="*/ 5476875 w 5476875"/>
              <a:gd name="connsiteY2" fmla="*/ 6858000 h 6858000"/>
              <a:gd name="connsiteX3" fmla="*/ 0 w 5476875"/>
              <a:gd name="connsiteY3" fmla="*/ 6858000 h 6858000"/>
              <a:gd name="connsiteX4" fmla="*/ 0 w 5476875"/>
              <a:gd name="connsiteY4" fmla="*/ 0 h 6858000"/>
              <a:gd name="connsiteX0" fmla="*/ 0 w 5476875"/>
              <a:gd name="connsiteY0" fmla="*/ 0 h 6858000"/>
              <a:gd name="connsiteX1" fmla="*/ 2520315 w 5476875"/>
              <a:gd name="connsiteY1" fmla="*/ 0 h 6858000"/>
              <a:gd name="connsiteX2" fmla="*/ 5476875 w 5476875"/>
              <a:gd name="connsiteY2" fmla="*/ 6858000 h 6858000"/>
              <a:gd name="connsiteX3" fmla="*/ 0 w 5476875"/>
              <a:gd name="connsiteY3" fmla="*/ 6858000 h 6858000"/>
              <a:gd name="connsiteX4" fmla="*/ 0 w 5476875"/>
              <a:gd name="connsiteY4" fmla="*/ 0 h 6858000"/>
              <a:gd name="connsiteX0" fmla="*/ 5080 w 5481955"/>
              <a:gd name="connsiteY0" fmla="*/ 0 h 6858000"/>
              <a:gd name="connsiteX1" fmla="*/ 2525395 w 5481955"/>
              <a:gd name="connsiteY1" fmla="*/ 0 h 6858000"/>
              <a:gd name="connsiteX2" fmla="*/ 5481955 w 5481955"/>
              <a:gd name="connsiteY2" fmla="*/ 6858000 h 6858000"/>
              <a:gd name="connsiteX3" fmla="*/ 5080 w 5481955"/>
              <a:gd name="connsiteY3" fmla="*/ 6858000 h 6858000"/>
              <a:gd name="connsiteX4" fmla="*/ 0 w 5481955"/>
              <a:gd name="connsiteY4" fmla="*/ 4805680 h 6858000"/>
              <a:gd name="connsiteX5" fmla="*/ 5080 w 5481955"/>
              <a:gd name="connsiteY5" fmla="*/ 0 h 685800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75996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759960 h 6863080"/>
              <a:gd name="connsiteX5" fmla="*/ 5080 w 5481955"/>
              <a:gd name="connsiteY5" fmla="*/ 0 h 6863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81955" h="6863080">
                <a:moveTo>
                  <a:pt x="5080" y="0"/>
                </a:moveTo>
                <a:lnTo>
                  <a:pt x="2525395" y="0"/>
                </a:lnTo>
                <a:lnTo>
                  <a:pt x="5481955" y="6858000"/>
                </a:lnTo>
                <a:lnTo>
                  <a:pt x="899160" y="6863080"/>
                </a:lnTo>
                <a:cubicBezTo>
                  <a:pt x="506307" y="5933440"/>
                  <a:pt x="413173" y="5720080"/>
                  <a:pt x="0" y="4759960"/>
                </a:cubicBezTo>
                <a:cubicBezTo>
                  <a:pt x="1693" y="3158067"/>
                  <a:pt x="3387" y="1601893"/>
                  <a:pt x="5080" y="0"/>
                </a:cubicBezTo>
                <a:close/>
              </a:path>
            </a:pathLst>
          </a:custGeom>
        </p:spPr>
        <p:txBody>
          <a:bodyPr lIns="274320" tIns="91440" bIns="91440">
            <a:normAutofit/>
          </a:bodyPr>
          <a:lstStyle>
            <a:lvl1pPr marL="0" indent="0" algn="l">
              <a:buNone/>
              <a:defRPr sz="2000">
                <a:solidFill>
                  <a:schemeClr val="tx1"/>
                </a:solidFill>
              </a:defRPr>
            </a:lvl1pPr>
          </a:lstStyle>
          <a:p>
            <a:r>
              <a:rPr lang="en-US"/>
              <a:t>Click icon to add picture</a:t>
            </a:r>
            <a:endParaRPr lang="en-US" dirty="0"/>
          </a:p>
        </p:txBody>
      </p:sp>
      <p:sp>
        <p:nvSpPr>
          <p:cNvPr id="4" name="Footer Placeholder 4">
            <a:extLst>
              <a:ext uri="{FF2B5EF4-FFF2-40B4-BE49-F238E27FC236}">
                <a16:creationId xmlns:a16="http://schemas.microsoft.com/office/drawing/2014/main" id="{04569D00-2037-2A8D-943B-22FAC1C0B690}"/>
              </a:ext>
            </a:extLst>
          </p:cNvPr>
          <p:cNvSpPr>
            <a:spLocks noGrp="1"/>
          </p:cNvSpPr>
          <p:nvPr>
            <p:ph type="ftr" sz="quarter" idx="11"/>
          </p:nvPr>
        </p:nvSpPr>
        <p:spPr>
          <a:xfrm>
            <a:off x="825500" y="6356349"/>
            <a:ext cx="3819228" cy="365125"/>
          </a:xfrm>
        </p:spPr>
        <p:txBody>
          <a:bodyPr/>
          <a:lstStyle>
            <a:lvl1pPr algn="l">
              <a:defRPr sz="900"/>
            </a:lvl1pPr>
          </a:lstStyle>
          <a:p>
            <a:r>
              <a:rPr lang="en-US" dirty="0"/>
              <a:t>PRESENTATION TITLE</a:t>
            </a:r>
          </a:p>
        </p:txBody>
      </p:sp>
      <p:sp>
        <p:nvSpPr>
          <p:cNvPr id="5" name="Slide Number Placeholder 5">
            <a:extLst>
              <a:ext uri="{FF2B5EF4-FFF2-40B4-BE49-F238E27FC236}">
                <a16:creationId xmlns:a16="http://schemas.microsoft.com/office/drawing/2014/main" id="{75967A9D-0B53-4F3F-0872-495C23A33235}"/>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
        <p:nvSpPr>
          <p:cNvPr id="8" name="Content Placeholder 3">
            <a:extLst>
              <a:ext uri="{FF2B5EF4-FFF2-40B4-BE49-F238E27FC236}">
                <a16:creationId xmlns:a16="http://schemas.microsoft.com/office/drawing/2014/main" id="{643B0E9A-A777-8745-6A36-0A79CB5E036B}"/>
              </a:ext>
            </a:extLst>
          </p:cNvPr>
          <p:cNvSpPr>
            <a:spLocks noGrp="1"/>
          </p:cNvSpPr>
          <p:nvPr>
            <p:ph sz="half" idx="14" hasCustomPrompt="1"/>
          </p:nvPr>
        </p:nvSpPr>
        <p:spPr>
          <a:xfrm>
            <a:off x="5453725" y="3660774"/>
            <a:ext cx="5907176" cy="2536826"/>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17780591"/>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a:xfrm>
            <a:off x="838201" y="895350"/>
            <a:ext cx="3247662" cy="1917700"/>
          </a:xfrm>
        </p:spPr>
        <p:txBody>
          <a:bodyPr>
            <a:normAutofit/>
          </a:bodyPr>
          <a:lstStyle>
            <a:lvl1pPr algn="l">
              <a:defRPr lang="en-US" sz="2400" kern="1200" spc="150" baseline="0" dirty="0">
                <a:solidFill>
                  <a:schemeClr val="tx1"/>
                </a:solidFill>
                <a:latin typeface="+mj-lt"/>
                <a:ea typeface="+mj-ea"/>
                <a:cs typeface="+mj-cs"/>
              </a:defRPr>
            </a:lvl1pPr>
          </a:lstStyle>
          <a:p>
            <a:r>
              <a:rPr lang="en-US" dirty="0"/>
              <a:t>CLICK TO add title</a:t>
            </a:r>
          </a:p>
        </p:txBody>
      </p:sp>
      <p:sp>
        <p:nvSpPr>
          <p:cNvPr id="3" name="Content Placeholder 3">
            <a:extLst>
              <a:ext uri="{FF2B5EF4-FFF2-40B4-BE49-F238E27FC236}">
                <a16:creationId xmlns:a16="http://schemas.microsoft.com/office/drawing/2014/main" id="{A14C3057-3BCC-F9A2-98D8-17DDB36F1823}"/>
              </a:ext>
            </a:extLst>
          </p:cNvPr>
          <p:cNvSpPr>
            <a:spLocks noGrp="1"/>
          </p:cNvSpPr>
          <p:nvPr>
            <p:ph sz="half" idx="16" hasCustomPrompt="1"/>
          </p:nvPr>
        </p:nvSpPr>
        <p:spPr>
          <a:xfrm>
            <a:off x="838200" y="2813049"/>
            <a:ext cx="3247662" cy="3238499"/>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able Placeholder 7">
            <a:extLst>
              <a:ext uri="{FF2B5EF4-FFF2-40B4-BE49-F238E27FC236}">
                <a16:creationId xmlns:a16="http://schemas.microsoft.com/office/drawing/2014/main" id="{C3975522-461E-4D79-B5B9-BF9471B54688}"/>
              </a:ext>
            </a:extLst>
          </p:cNvPr>
          <p:cNvSpPr>
            <a:spLocks noGrp="1"/>
          </p:cNvSpPr>
          <p:nvPr>
            <p:ph type="tbl" sz="quarter" idx="14"/>
          </p:nvPr>
        </p:nvSpPr>
        <p:spPr>
          <a:xfrm>
            <a:off x="4216396" y="895927"/>
            <a:ext cx="7137404" cy="5115889"/>
          </a:xfrm>
        </p:spPr>
        <p:txBody>
          <a:bodyPr>
            <a:normAutofit/>
          </a:bodyPr>
          <a:lstStyle>
            <a:lvl1pPr marL="0" indent="0" algn="ctr">
              <a:buNone/>
              <a:defRPr sz="2000"/>
            </a:lvl1pPr>
          </a:lstStyle>
          <a:p>
            <a:r>
              <a:rPr lang="en-US"/>
              <a:t>Click icon to add table</a:t>
            </a:r>
            <a:endParaRPr lang="en-US" dirty="0"/>
          </a:p>
        </p:txBody>
      </p:sp>
      <p:sp>
        <p:nvSpPr>
          <p:cNvPr id="10" name="Footer Placeholder 4">
            <a:extLst>
              <a:ext uri="{FF2B5EF4-FFF2-40B4-BE49-F238E27FC236}">
                <a16:creationId xmlns:a16="http://schemas.microsoft.com/office/drawing/2014/main" id="{5F91997C-538B-C8B9-14D7-31A1932F69C3}"/>
              </a:ext>
            </a:extLst>
          </p:cNvPr>
          <p:cNvSpPr>
            <a:spLocks noGrp="1"/>
          </p:cNvSpPr>
          <p:nvPr>
            <p:ph type="ftr" sz="quarter" idx="11"/>
          </p:nvPr>
        </p:nvSpPr>
        <p:spPr>
          <a:xfrm>
            <a:off x="731615" y="6356349"/>
            <a:ext cx="3819228" cy="365125"/>
          </a:xfrm>
        </p:spPr>
        <p:txBody>
          <a:bodyPr/>
          <a:lstStyle>
            <a:lvl1pPr algn="l">
              <a:defRPr sz="900"/>
            </a:lvl1pPr>
          </a:lstStyle>
          <a:p>
            <a:r>
              <a:rPr lang="en-US" dirty="0"/>
              <a:t>PRESENTATION TITLE</a:t>
            </a:r>
          </a:p>
        </p:txBody>
      </p:sp>
      <p:sp>
        <p:nvSpPr>
          <p:cNvPr id="11" name="Slide Number Placeholder 5">
            <a:extLst>
              <a:ext uri="{FF2B5EF4-FFF2-40B4-BE49-F238E27FC236}">
                <a16:creationId xmlns:a16="http://schemas.microsoft.com/office/drawing/2014/main" id="{1F777EF4-982E-9337-7E82-31DC723C1273}"/>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grpSp>
        <p:nvGrpSpPr>
          <p:cNvPr id="14" name="Group 13">
            <a:extLst>
              <a:ext uri="{FF2B5EF4-FFF2-40B4-BE49-F238E27FC236}">
                <a16:creationId xmlns:a16="http://schemas.microsoft.com/office/drawing/2014/main" id="{E34303BA-AFB6-0E22-486F-785994E3B7B1}"/>
              </a:ext>
              <a:ext uri="{C183D7F6-B498-43B3-948B-1728B52AA6E4}">
                <adec:decorative xmlns:adec="http://schemas.microsoft.com/office/drawing/2017/decorative" val="1"/>
              </a:ext>
            </a:extLst>
          </p:cNvPr>
          <p:cNvGrpSpPr/>
          <p:nvPr userDrawn="1"/>
        </p:nvGrpSpPr>
        <p:grpSpPr>
          <a:xfrm>
            <a:off x="0" y="0"/>
            <a:ext cx="2327564" cy="1505528"/>
            <a:chOff x="0" y="0"/>
            <a:chExt cx="2238376" cy="3105150"/>
          </a:xfrm>
        </p:grpSpPr>
        <p:cxnSp>
          <p:nvCxnSpPr>
            <p:cNvPr id="15" name="Straight Connector 14">
              <a:extLst>
                <a:ext uri="{FF2B5EF4-FFF2-40B4-BE49-F238E27FC236}">
                  <a16:creationId xmlns:a16="http://schemas.microsoft.com/office/drawing/2014/main" id="{F66E3A08-02EB-7B54-5089-E7A7F19FD725}"/>
                </a:ext>
              </a:extLst>
            </p:cNvPr>
            <p:cNvCxnSpPr>
              <a:cxnSpLocks/>
            </p:cNvCxnSpPr>
            <p:nvPr userDrawn="1"/>
          </p:nvCxnSpPr>
          <p:spPr>
            <a:xfrm flipH="1">
              <a:off x="0" y="0"/>
              <a:ext cx="1238250" cy="31051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14F9BE5-00B2-ADDF-771C-AB098B36C820}"/>
                </a:ext>
              </a:extLst>
            </p:cNvPr>
            <p:cNvCxnSpPr>
              <a:cxnSpLocks/>
            </p:cNvCxnSpPr>
            <p:nvPr userDrawn="1"/>
          </p:nvCxnSpPr>
          <p:spPr>
            <a:xfrm flipH="1">
              <a:off x="0" y="0"/>
              <a:ext cx="2238376" cy="2476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28081630"/>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838200" y="337192"/>
            <a:ext cx="5655197" cy="1997867"/>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2705177"/>
            <a:ext cx="5733772" cy="448990"/>
          </a:xfrm>
        </p:spPr>
        <p:txBody>
          <a:bodyPr anchor="ctr">
            <a:no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hasCustomPrompt="1"/>
          </p:nvPr>
        </p:nvSpPr>
        <p:spPr>
          <a:xfrm>
            <a:off x="838199" y="3154166"/>
            <a:ext cx="5733773" cy="3032733"/>
          </a:xfrm>
        </p:spPr>
        <p:txBody>
          <a:bodyPr>
            <a:normAutofit/>
          </a:bodyPr>
          <a:lstStyle>
            <a:lvl1pPr marL="285750" indent="-285750">
              <a:lnSpc>
                <a:spcPct val="100000"/>
              </a:lnSpc>
              <a:buFont typeface="Arial" panose="020B0604020202020204" pitchFamily="34" charset="0"/>
              <a:buChar char="•"/>
              <a:defRPr sz="1800" spc="50" baseline="0"/>
            </a:lvl1pPr>
            <a:lvl2pPr marL="742950" indent="-285750">
              <a:lnSpc>
                <a:spcPct val="100000"/>
              </a:lnSpc>
              <a:buFont typeface="Arial" panose="020B0604020202020204" pitchFamily="34" charset="0"/>
              <a:buChar char="•"/>
              <a:defRPr sz="1800" spc="50" baseline="0"/>
            </a:lvl2pPr>
            <a:lvl3pPr marL="1200150" indent="-285750">
              <a:lnSpc>
                <a:spcPct val="100000"/>
              </a:lnSpc>
              <a:buFont typeface="Arial" panose="020B0604020202020204" pitchFamily="34" charset="0"/>
              <a:buChar char="•"/>
              <a:defRPr sz="1800" spc="50" baseline="0"/>
            </a:lvl3pPr>
            <a:lvl4pPr marL="1657350" indent="-285750">
              <a:lnSpc>
                <a:spcPct val="100000"/>
              </a:lnSpc>
              <a:buFont typeface="Arial" panose="020B0604020202020204" pitchFamily="34" charset="0"/>
              <a:buChar char="•"/>
              <a:defRPr sz="1800" spc="50" baseline="0"/>
            </a:lvl4pPr>
            <a:lvl5pPr marL="2114550" indent="-285750">
              <a:lnSpc>
                <a:spcPct val="100000"/>
              </a:lnSpc>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887108" y="2705177"/>
            <a:ext cx="3943627" cy="448989"/>
          </a:xfrm>
        </p:spPr>
        <p:txBody>
          <a:bodyPr anchor="ctr">
            <a:no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7" name="Content Placeholder 3">
            <a:extLst>
              <a:ext uri="{FF2B5EF4-FFF2-40B4-BE49-F238E27FC236}">
                <a16:creationId xmlns:a16="http://schemas.microsoft.com/office/drawing/2014/main" id="{0120DFF5-B64A-9744-4500-1D7BBA19BF1C}"/>
              </a:ext>
            </a:extLst>
          </p:cNvPr>
          <p:cNvSpPr>
            <a:spLocks noGrp="1"/>
          </p:cNvSpPr>
          <p:nvPr>
            <p:ph sz="half" idx="14" hasCustomPrompt="1"/>
          </p:nvPr>
        </p:nvSpPr>
        <p:spPr>
          <a:xfrm>
            <a:off x="7887107" y="3164867"/>
            <a:ext cx="3943627" cy="3032733"/>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a:xfrm>
            <a:off x="843986" y="6356350"/>
            <a:ext cx="4114800" cy="365125"/>
          </a:xfrm>
        </p:spPr>
        <p:txBody>
          <a:bodyPr/>
          <a:lstStyle>
            <a:lvl1pPr algn="l">
              <a:defRPr sz="900"/>
            </a:lvl1pPr>
          </a:lstStyle>
          <a:p>
            <a:r>
              <a:rPr lang="en-US" dirty="0"/>
              <a:t>PRESENTATION TITLE</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pic>
        <p:nvPicPr>
          <p:cNvPr id="13" name="Graphic 12">
            <a:extLst>
              <a:ext uri="{FF2B5EF4-FFF2-40B4-BE49-F238E27FC236}">
                <a16:creationId xmlns:a16="http://schemas.microsoft.com/office/drawing/2014/main" id="{E0588715-35AD-8BE1-A5FC-E28BDD3854A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8645" t="319" r="28732" b="73496"/>
          <a:stretch/>
        </p:blipFill>
        <p:spPr>
          <a:xfrm rot="10800000" flipH="1">
            <a:off x="6308436" y="-11"/>
            <a:ext cx="5883564" cy="2366424"/>
          </a:xfrm>
          <a:prstGeom prst="rect">
            <a:avLst/>
          </a:prstGeom>
        </p:spPr>
      </p:pic>
    </p:spTree>
    <p:extLst>
      <p:ext uri="{BB962C8B-B14F-4D97-AF65-F5344CB8AC3E}">
        <p14:creationId xmlns:p14="http://schemas.microsoft.com/office/powerpoint/2010/main" val="24324519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2">
    <p:bg>
      <p:bgRef idx="1001">
        <a:schemeClr val="bg1"/>
      </p:bgRef>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544E9C70-0200-3C21-7766-CB9EA5FBFA88}"/>
              </a:ext>
              <a:ext uri="{C183D7F6-B498-43B3-948B-1728B52AA6E4}">
                <adec:decorative xmlns:adec="http://schemas.microsoft.com/office/drawing/2017/decorative" val="1"/>
              </a:ext>
            </a:extLst>
          </p:cNvPr>
          <p:cNvGrpSpPr/>
          <p:nvPr userDrawn="1"/>
        </p:nvGrpSpPr>
        <p:grpSpPr>
          <a:xfrm>
            <a:off x="0" y="0"/>
            <a:ext cx="2590800" cy="1027906"/>
            <a:chOff x="0" y="0"/>
            <a:chExt cx="2590800" cy="1027906"/>
          </a:xfrm>
        </p:grpSpPr>
        <p:cxnSp>
          <p:nvCxnSpPr>
            <p:cNvPr id="11" name="Straight Connector 10">
              <a:extLst>
                <a:ext uri="{FF2B5EF4-FFF2-40B4-BE49-F238E27FC236}">
                  <a16:creationId xmlns:a16="http://schemas.microsoft.com/office/drawing/2014/main" id="{1D5E4B16-2071-DEE9-BE53-F35AFBEFCA57}"/>
                </a:ext>
              </a:extLst>
            </p:cNvPr>
            <p:cNvCxnSpPr>
              <a:cxnSpLocks/>
            </p:cNvCxnSpPr>
            <p:nvPr userDrawn="1"/>
          </p:nvCxnSpPr>
          <p:spPr>
            <a:xfrm flipV="1">
              <a:off x="0" y="0"/>
              <a:ext cx="259080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CB2B071-0355-D550-18A8-9D515CA16987}"/>
                </a:ext>
              </a:extLst>
            </p:cNvPr>
            <p:cNvCxnSpPr>
              <a:cxnSpLocks/>
            </p:cNvCxnSpPr>
            <p:nvPr userDrawn="1"/>
          </p:nvCxnSpPr>
          <p:spPr>
            <a:xfrm flipH="1">
              <a:off x="0" y="0"/>
              <a:ext cx="704850" cy="10279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a:xfrm>
            <a:off x="838200" y="353550"/>
            <a:ext cx="10515600" cy="1325563"/>
          </a:xfrm>
        </p:spPr>
        <p:txBody>
          <a:bodyPr anchor="b">
            <a:normAutofit/>
          </a:bodyPr>
          <a:lstStyle>
            <a:lvl1pPr algn="ctr">
              <a:defRPr lang="en-US" sz="2800" kern="1200" spc="150" baseline="0" dirty="0">
                <a:solidFill>
                  <a:schemeClr val="tx1"/>
                </a:solidFill>
                <a:latin typeface="+mj-lt"/>
                <a:ea typeface="+mj-ea"/>
                <a:cs typeface="+mj-cs"/>
              </a:defRPr>
            </a:lvl1pPr>
          </a:lstStyle>
          <a:p>
            <a:r>
              <a:rPr lang="en-US" dirty="0"/>
              <a:t>CLICK TO add title</a:t>
            </a:r>
          </a:p>
        </p:txBody>
      </p:sp>
      <p:sp>
        <p:nvSpPr>
          <p:cNvPr id="8" name="Table Placeholder 7">
            <a:extLst>
              <a:ext uri="{FF2B5EF4-FFF2-40B4-BE49-F238E27FC236}">
                <a16:creationId xmlns:a16="http://schemas.microsoft.com/office/drawing/2014/main" id="{C3975522-461E-4D79-B5B9-BF9471B54688}"/>
              </a:ext>
            </a:extLst>
          </p:cNvPr>
          <p:cNvSpPr>
            <a:spLocks noGrp="1"/>
          </p:cNvSpPr>
          <p:nvPr>
            <p:ph type="tbl" sz="quarter" idx="14"/>
          </p:nvPr>
        </p:nvSpPr>
        <p:spPr>
          <a:xfrm>
            <a:off x="838200" y="2111381"/>
            <a:ext cx="10515600" cy="3570963"/>
          </a:xfrm>
        </p:spPr>
        <p:txBody>
          <a:bodyPr>
            <a:normAutofit/>
          </a:bodyPr>
          <a:lstStyle>
            <a:lvl1pPr marL="0" indent="0" algn="ctr">
              <a:buNone/>
              <a:defRPr sz="2000"/>
            </a:lvl1pPr>
          </a:lstStyle>
          <a:p>
            <a:r>
              <a:rPr lang="en-US"/>
              <a:t>Click icon to add table</a:t>
            </a:r>
            <a:endParaRPr lang="en-US" dirty="0"/>
          </a:p>
        </p:txBody>
      </p:sp>
      <p:sp>
        <p:nvSpPr>
          <p:cNvPr id="6" name="Footer Placeholder 4">
            <a:extLst>
              <a:ext uri="{FF2B5EF4-FFF2-40B4-BE49-F238E27FC236}">
                <a16:creationId xmlns:a16="http://schemas.microsoft.com/office/drawing/2014/main" id="{BFB554B2-4C33-2975-9F27-94B8AE71DF13}"/>
              </a:ext>
            </a:extLst>
          </p:cNvPr>
          <p:cNvSpPr>
            <a:spLocks noGrp="1"/>
          </p:cNvSpPr>
          <p:nvPr>
            <p:ph type="ftr" sz="quarter" idx="11"/>
          </p:nvPr>
        </p:nvSpPr>
        <p:spPr>
          <a:xfrm>
            <a:off x="838200" y="6356349"/>
            <a:ext cx="3819228" cy="365125"/>
          </a:xfrm>
        </p:spPr>
        <p:txBody>
          <a:bodyPr/>
          <a:lstStyle>
            <a:lvl1pPr algn="l">
              <a:defRPr sz="900"/>
            </a:lvl1pPr>
          </a:lstStyle>
          <a:p>
            <a:r>
              <a:rPr lang="en-US" dirty="0"/>
              <a:t>PRESENTATION TITLE</a:t>
            </a:r>
          </a:p>
        </p:txBody>
      </p:sp>
      <p:sp>
        <p:nvSpPr>
          <p:cNvPr id="7" name="Slide Number Placeholder 5">
            <a:extLst>
              <a:ext uri="{FF2B5EF4-FFF2-40B4-BE49-F238E27FC236}">
                <a16:creationId xmlns:a16="http://schemas.microsoft.com/office/drawing/2014/main" id="{503C6776-E983-2BA3-1054-75996FE0FD22}"/>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3370680036"/>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anchor="b">
            <a:noAutofit/>
          </a:bodyPr>
          <a:lstStyle>
            <a:lvl1pPr algn="l">
              <a:defRPr sz="3600" spc="150" baseline="0">
                <a:solidFill>
                  <a:schemeClr val="bg1"/>
                </a:solidFill>
              </a:defRPr>
            </a:lvl1pPr>
          </a:lstStyle>
          <a:p>
            <a:r>
              <a:rPr lang="en-US" dirty="0"/>
              <a:t>CLICK TO add title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hasCustomPrompt="1"/>
          </p:nvPr>
        </p:nvSpPr>
        <p:spPr>
          <a:xfrm>
            <a:off x="4267200" y="3238103"/>
            <a:ext cx="4179570" cy="2850181"/>
          </a:xfrm>
        </p:spPr>
        <p:txBody>
          <a:bodyPr>
            <a:normAutofit/>
          </a:bodyPr>
          <a:lstStyle>
            <a:lvl1pPr marL="0" indent="0" algn="l">
              <a:lnSpc>
                <a:spcPct val="150000"/>
              </a:lnSpc>
              <a:buNone/>
              <a:defRPr sz="1800" spc="5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pic>
        <p:nvPicPr>
          <p:cNvPr id="6" name="Graphic 5">
            <a:extLst>
              <a:ext uri="{FF2B5EF4-FFF2-40B4-BE49-F238E27FC236}">
                <a16:creationId xmlns:a16="http://schemas.microsoft.com/office/drawing/2014/main" id="{ED3361C9-310A-4255-A94E-B77588962DA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3176938" cy="6858000"/>
          </a:xfrm>
          <a:prstGeom prst="rect">
            <a:avLst/>
          </a:prstGeom>
        </p:spPr>
      </p:pic>
      <p:sp>
        <p:nvSpPr>
          <p:cNvPr id="10" name="Footer Placeholder 7">
            <a:extLst>
              <a:ext uri="{FF2B5EF4-FFF2-40B4-BE49-F238E27FC236}">
                <a16:creationId xmlns:a16="http://schemas.microsoft.com/office/drawing/2014/main" id="{6026D44C-0B39-4DE1-A0FC-5615DDAAE3CE}"/>
              </a:ext>
            </a:extLst>
          </p:cNvPr>
          <p:cNvSpPr>
            <a:spLocks noGrp="1"/>
          </p:cNvSpPr>
          <p:nvPr>
            <p:ph type="ftr" sz="quarter" idx="11"/>
          </p:nvPr>
        </p:nvSpPr>
        <p:spPr>
          <a:xfrm>
            <a:off x="4267200" y="6356350"/>
            <a:ext cx="4179570" cy="365125"/>
          </a:xfrm>
        </p:spPr>
        <p:txBody>
          <a:bodyPr/>
          <a:lstStyle>
            <a:lvl1pPr algn="l">
              <a:defRPr sz="900"/>
            </a:lvl1pPr>
          </a:lstStyle>
          <a:p>
            <a:r>
              <a:rPr lang="en-US" dirty="0"/>
              <a:t>PRESENTATION TITLE</a:t>
            </a:r>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1291140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PRESENTATION TITLE</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9DFD55-3C28-40EF-9E31-A92D2E4017FF}" type="slidenum">
              <a:rPr lang="en-US" smtClean="0"/>
              <a:t>‹#›</a:t>
            </a:fld>
            <a:endParaRPr lang="en-US" dirty="0"/>
          </a:p>
        </p:txBody>
      </p:sp>
    </p:spTree>
    <p:extLst>
      <p:ext uri="{BB962C8B-B14F-4D97-AF65-F5344CB8AC3E}">
        <p14:creationId xmlns:p14="http://schemas.microsoft.com/office/powerpoint/2010/main" val="23190612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9" r:id="rId3"/>
    <p:sldLayoutId id="2147483670" r:id="rId4"/>
    <p:sldLayoutId id="2147483651" r:id="rId5"/>
    <p:sldLayoutId id="2147483671" r:id="rId6"/>
    <p:sldLayoutId id="2147483672" r:id="rId7"/>
    <p:sldLayoutId id="2147483673" r:id="rId8"/>
    <p:sldLayoutId id="2147483664" r:id="rId9"/>
    <p:sldLayoutId id="2147483674" r:id="rId10"/>
    <p:sldLayoutId id="2147483653" r:id="rId11"/>
    <p:sldLayoutId id="2147483667" r:id="rId12"/>
    <p:sldLayoutId id="2147483665" r:id="rId13"/>
  </p:sldLayoutIdLst>
  <p:hf hdr="0" ftr="0" dt="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es.investing.com/crypto/" TargetMode="External"/><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hyperlink" Target="https://docs.coingecko.com/" TargetMode="External"/><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hyperlink" Target="https://docs.coingecko.com/" TargetMode="External"/><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19.png"/><Relationship Id="rId7"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9" Type="http://schemas.openxmlformats.org/officeDocument/2006/relationships/image" Target="../media/image26.png"/></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UIDE-Tareas/5-Diseno-Procesos-ETL-Data-Science-Tarea3.git" TargetMode="External"/><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75451-6A4B-484B-9ED1-353CCE25B0F4}"/>
              </a:ext>
            </a:extLst>
          </p:cNvPr>
          <p:cNvSpPr>
            <a:spLocks noGrp="1"/>
          </p:cNvSpPr>
          <p:nvPr>
            <p:ph type="ctrTitle"/>
          </p:nvPr>
        </p:nvSpPr>
        <p:spPr>
          <a:xfrm>
            <a:off x="6096000" y="3340181"/>
            <a:ext cx="4941771" cy="3200400"/>
          </a:xfrm>
        </p:spPr>
        <p:txBody>
          <a:bodyPr anchor="ctr"/>
          <a:lstStyle/>
          <a:p>
            <a:r>
              <a:rPr lang="en-US" dirty="0"/>
              <a:t>DISE</a:t>
            </a:r>
            <a:r>
              <a:rPr lang="es-ES" dirty="0"/>
              <a:t>ÑO DE PROCESOS ETL EN DATA SCIENCE</a:t>
            </a:r>
            <a:br>
              <a:rPr lang="es-ES" dirty="0"/>
            </a:br>
            <a:br>
              <a:rPr lang="es-ES" dirty="0"/>
            </a:br>
            <a:r>
              <a:rPr lang="es-ES" dirty="0"/>
              <a:t>PRÁCTICA 3 – PRESENTACIÓN</a:t>
            </a:r>
            <a:endParaRPr lang="en-US" dirty="0"/>
          </a:p>
        </p:txBody>
      </p:sp>
      <p:pic>
        <p:nvPicPr>
          <p:cNvPr id="4" name="Picture 3" descr="A purple and yellow logo&#10;&#10;AI-generated content may be incorrect.">
            <a:extLst>
              <a:ext uri="{FF2B5EF4-FFF2-40B4-BE49-F238E27FC236}">
                <a16:creationId xmlns:a16="http://schemas.microsoft.com/office/drawing/2014/main" id="{B4C08ED2-A993-0A0D-9710-D53E51872F46}"/>
              </a:ext>
            </a:extLst>
          </p:cNvPr>
          <p:cNvPicPr>
            <a:picLocks noChangeAspect="1"/>
          </p:cNvPicPr>
          <p:nvPr/>
        </p:nvPicPr>
        <p:blipFill>
          <a:blip r:embed="rId3"/>
          <a:stretch>
            <a:fillRect/>
          </a:stretch>
        </p:blipFill>
        <p:spPr>
          <a:xfrm>
            <a:off x="5902253" y="619546"/>
            <a:ext cx="6021099" cy="2624582"/>
          </a:xfrm>
          <a:prstGeom prst="rect">
            <a:avLst/>
          </a:prstGeom>
        </p:spPr>
      </p:pic>
    </p:spTree>
    <p:extLst>
      <p:ext uri="{BB962C8B-B14F-4D97-AF65-F5344CB8AC3E}">
        <p14:creationId xmlns:p14="http://schemas.microsoft.com/office/powerpoint/2010/main" val="2586058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F50CE-3D30-D705-4963-A93C74CA5C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6F5456-9374-3751-3A4C-D68EC27EA6AD}"/>
              </a:ext>
            </a:extLst>
          </p:cNvPr>
          <p:cNvSpPr>
            <a:spLocks noGrp="1"/>
          </p:cNvSpPr>
          <p:nvPr>
            <p:ph type="ctrTitle"/>
          </p:nvPr>
        </p:nvSpPr>
        <p:spPr>
          <a:xfrm>
            <a:off x="3581917" y="2666632"/>
            <a:ext cx="5028165" cy="1524735"/>
          </a:xfrm>
        </p:spPr>
        <p:txBody>
          <a:bodyPr/>
          <a:lstStyle/>
          <a:p>
            <a:pPr algn="ctr"/>
            <a:r>
              <a:rPr lang="es-ES" sz="7200" dirty="0"/>
              <a:t>EJERCICIO</a:t>
            </a:r>
            <a:endParaRPr lang="en-US" sz="7200" dirty="0"/>
          </a:p>
        </p:txBody>
      </p:sp>
      <p:sp>
        <p:nvSpPr>
          <p:cNvPr id="6" name="Slide Number Placeholder 5">
            <a:extLst>
              <a:ext uri="{FF2B5EF4-FFF2-40B4-BE49-F238E27FC236}">
                <a16:creationId xmlns:a16="http://schemas.microsoft.com/office/drawing/2014/main" id="{DE564BDE-8984-6DC9-E4AB-0141DF791ACD}"/>
              </a:ext>
            </a:extLst>
          </p:cNvPr>
          <p:cNvSpPr>
            <a:spLocks noGrp="1"/>
          </p:cNvSpPr>
          <p:nvPr>
            <p:ph type="sldNum" sz="quarter" idx="12"/>
          </p:nvPr>
        </p:nvSpPr>
        <p:spPr>
          <a:xfrm>
            <a:off x="9579428" y="6356350"/>
            <a:ext cx="1774371" cy="365125"/>
          </a:xfrm>
        </p:spPr>
        <p:txBody>
          <a:bodyPr/>
          <a:lstStyle/>
          <a:p>
            <a:fld id="{A49DFD55-3C28-40EF-9E31-A92D2E4017FF}" type="slidenum">
              <a:rPr lang="en-US" smtClean="0"/>
              <a:pPr/>
              <a:t>2</a:t>
            </a:fld>
            <a:endParaRPr lang="en-US" dirty="0"/>
          </a:p>
        </p:txBody>
      </p:sp>
      <p:sp>
        <p:nvSpPr>
          <p:cNvPr id="4" name="Content Placeholder 2">
            <a:extLst>
              <a:ext uri="{FF2B5EF4-FFF2-40B4-BE49-F238E27FC236}">
                <a16:creationId xmlns:a16="http://schemas.microsoft.com/office/drawing/2014/main" id="{32A112A9-D43A-6748-83D2-EA96B64DBDFB}"/>
              </a:ext>
            </a:extLst>
          </p:cNvPr>
          <p:cNvSpPr txBox="1">
            <a:spLocks/>
          </p:cNvSpPr>
          <p:nvPr/>
        </p:nvSpPr>
        <p:spPr>
          <a:xfrm>
            <a:off x="2273876" y="4216400"/>
            <a:ext cx="7644245" cy="1354668"/>
          </a:xfrm>
          <a:prstGeom prst="rect">
            <a:avLst/>
          </a:prstGeom>
          <a:solidFill>
            <a:srgbClr val="262626">
              <a:alpha val="65098"/>
            </a:srgbClr>
          </a:solidFill>
        </p:spPr>
        <p:txBody>
          <a:bodyPr vert="horz" lIns="91440" tIns="45720" rIns="91440" bIns="45720" rtlCol="0">
            <a:normAutofit fontScale="85000" lnSpcReduction="10000"/>
          </a:bodyPr>
          <a:lstStyle>
            <a:lvl1pPr marL="0" indent="0" algn="l" defTabSz="914400" rtl="0" eaLnBrk="1" latinLnBrk="0" hangingPunct="1">
              <a:lnSpc>
                <a:spcPct val="150000"/>
              </a:lnSpc>
              <a:spcBef>
                <a:spcPts val="1000"/>
              </a:spcBef>
              <a:buFont typeface="Arial" panose="020B0604020202020204" pitchFamily="34" charset="0"/>
              <a:buNone/>
              <a:defRPr sz="1800" kern="1200" spc="50" baseline="0">
                <a:solidFill>
                  <a:schemeClr val="bg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s-ES" b="1" dirty="0"/>
              <a:t>Realizar el proceso ETL, de una API de trading de criptomonedas y mostrar los datos en tiempo real. Utilizar una API de </a:t>
            </a:r>
            <a:r>
              <a:rPr lang="es-ES" b="1" dirty="0" err="1"/>
              <a:t>cryto</a:t>
            </a:r>
            <a:r>
              <a:rPr lang="es-ES" b="1" dirty="0"/>
              <a:t> monedas para obtener los datos u obtener los precios del siguiente sitio </a:t>
            </a:r>
            <a:r>
              <a:rPr lang="es-ES" b="1" dirty="0">
                <a:hlinkClick r:id="rId3"/>
              </a:rPr>
              <a:t>https://es.investing.com/crypto/</a:t>
            </a:r>
            <a:endParaRPr lang="es-ES" b="1" dirty="0"/>
          </a:p>
          <a:p>
            <a:endParaRPr lang="es-ES" dirty="0"/>
          </a:p>
        </p:txBody>
      </p:sp>
    </p:spTree>
    <p:extLst>
      <p:ext uri="{BB962C8B-B14F-4D97-AF65-F5344CB8AC3E}">
        <p14:creationId xmlns:p14="http://schemas.microsoft.com/office/powerpoint/2010/main" val="24593540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2731C-311B-46F7-A865-6C3AF6B09A47}"/>
              </a:ext>
            </a:extLst>
          </p:cNvPr>
          <p:cNvSpPr>
            <a:spLocks noGrp="1"/>
          </p:cNvSpPr>
          <p:nvPr>
            <p:ph type="title"/>
          </p:nvPr>
        </p:nvSpPr>
        <p:spPr>
          <a:xfrm>
            <a:off x="1322318" y="268360"/>
            <a:ext cx="7288282" cy="2121177"/>
          </a:xfrm>
        </p:spPr>
        <p:txBody>
          <a:bodyPr/>
          <a:lstStyle/>
          <a:p>
            <a:r>
              <a:rPr lang="es-ES" dirty="0"/>
              <a:t>DATOS</a:t>
            </a:r>
            <a:endParaRPr lang="en-US" dirty="0"/>
          </a:p>
        </p:txBody>
      </p:sp>
      <p:sp>
        <p:nvSpPr>
          <p:cNvPr id="3" name="Text Placeholder 2">
            <a:extLst>
              <a:ext uri="{FF2B5EF4-FFF2-40B4-BE49-F238E27FC236}">
                <a16:creationId xmlns:a16="http://schemas.microsoft.com/office/drawing/2014/main" id="{9D5232F9-FD00-464A-9F17-619C91AEF8F3}"/>
              </a:ext>
            </a:extLst>
          </p:cNvPr>
          <p:cNvSpPr>
            <a:spLocks noGrp="1"/>
          </p:cNvSpPr>
          <p:nvPr>
            <p:ph sz="half" idx="2"/>
          </p:nvPr>
        </p:nvSpPr>
        <p:spPr>
          <a:xfrm>
            <a:off x="1322387" y="2763078"/>
            <a:ext cx="9819746" cy="3407051"/>
          </a:xfrm>
        </p:spPr>
        <p:txBody>
          <a:bodyPr>
            <a:normAutofit fontScale="85000" lnSpcReduction="10000"/>
          </a:bodyPr>
          <a:lstStyle/>
          <a:p>
            <a:pPr algn="just"/>
            <a:r>
              <a:rPr lang="es-ES" b="0" dirty="0"/>
              <a:t>Se realizó la implementación de este ejercicio usando el lenguaje C# y el .SDK .NET 9.</a:t>
            </a:r>
          </a:p>
          <a:p>
            <a:pPr algn="just"/>
            <a:endParaRPr lang="en-US" b="0" dirty="0"/>
          </a:p>
          <a:p>
            <a:pPr algn="just"/>
            <a:r>
              <a:rPr lang="en-US" b="0" dirty="0"/>
              <a:t>Se </a:t>
            </a:r>
            <a:r>
              <a:rPr lang="en-US" b="0" dirty="0" err="1"/>
              <a:t>tiene</a:t>
            </a:r>
            <a:r>
              <a:rPr lang="en-US" b="0" dirty="0"/>
              <a:t> 2 </a:t>
            </a:r>
            <a:r>
              <a:rPr lang="en-US" b="0" dirty="0" err="1"/>
              <a:t>proyectos</a:t>
            </a:r>
            <a:endParaRPr lang="en-US" b="0" dirty="0"/>
          </a:p>
          <a:p>
            <a:pPr marL="342900" indent="-342900" algn="just">
              <a:buFont typeface="Arial" panose="020B0604020202020204" pitchFamily="34" charset="0"/>
              <a:buChar char="•"/>
            </a:pPr>
            <a:r>
              <a:rPr lang="en-US" b="0" dirty="0"/>
              <a:t>Proyecto </a:t>
            </a:r>
            <a:r>
              <a:rPr lang="en-US" b="0" dirty="0" err="1"/>
              <a:t>WebAPI</a:t>
            </a:r>
            <a:r>
              <a:rPr lang="en-US" b="0" dirty="0"/>
              <a:t> de ASP.NET Core (App Server) </a:t>
            </a:r>
            <a:r>
              <a:rPr lang="en-US" b="0" dirty="0" err="1"/>
              <a:t>que</a:t>
            </a:r>
            <a:r>
              <a:rPr lang="en-US" b="0" dirty="0"/>
              <a:t> </a:t>
            </a:r>
            <a:r>
              <a:rPr lang="en-US" b="0" dirty="0" err="1"/>
              <a:t>permite</a:t>
            </a:r>
            <a:r>
              <a:rPr lang="en-US" b="0" dirty="0"/>
              <a:t>: </a:t>
            </a:r>
          </a:p>
          <a:p>
            <a:pPr marL="626364" lvl="1" indent="-342900" algn="just">
              <a:buFont typeface="+mj-lt"/>
              <a:buAutoNum type="arabicPeriod"/>
            </a:pPr>
            <a:r>
              <a:rPr lang="en-US" b="0" dirty="0" err="1"/>
              <a:t>obtener</a:t>
            </a:r>
            <a:r>
              <a:rPr lang="en-US" b="0" dirty="0"/>
              <a:t> </a:t>
            </a:r>
            <a:r>
              <a:rPr lang="en-US" b="0" dirty="0" err="1"/>
              <a:t>los</a:t>
            </a:r>
            <a:r>
              <a:rPr lang="en-US" b="0" dirty="0"/>
              <a:t> </a:t>
            </a:r>
            <a:r>
              <a:rPr lang="en-US" b="0" dirty="0" err="1"/>
              <a:t>datos</a:t>
            </a:r>
            <a:r>
              <a:rPr lang="en-US" b="0" dirty="0"/>
              <a:t> de las crypto currencies </a:t>
            </a:r>
            <a:r>
              <a:rPr lang="en-US" b="0" dirty="0" err="1"/>
              <a:t>desde</a:t>
            </a:r>
            <a:r>
              <a:rPr lang="en-US" b="0" dirty="0"/>
              <a:t> un sitio web o API. </a:t>
            </a:r>
          </a:p>
          <a:p>
            <a:pPr marL="626364" lvl="1" indent="-342900" algn="just">
              <a:buFont typeface="+mj-lt"/>
              <a:buAutoNum type="arabicPeriod"/>
            </a:pPr>
            <a:r>
              <a:rPr lang="en-US" dirty="0" err="1"/>
              <a:t>A</a:t>
            </a:r>
            <a:r>
              <a:rPr lang="en-US" b="0" dirty="0" err="1"/>
              <a:t>lmacenar</a:t>
            </a:r>
            <a:r>
              <a:rPr lang="en-US" b="0" dirty="0"/>
              <a:t> </a:t>
            </a:r>
            <a:r>
              <a:rPr lang="en-US" b="0" dirty="0" err="1"/>
              <a:t>los</a:t>
            </a:r>
            <a:r>
              <a:rPr lang="en-US" b="0" dirty="0"/>
              <a:t> </a:t>
            </a:r>
            <a:r>
              <a:rPr lang="en-US" b="0" dirty="0" err="1"/>
              <a:t>datos</a:t>
            </a:r>
            <a:r>
              <a:rPr lang="en-US" b="0" dirty="0"/>
              <a:t> </a:t>
            </a:r>
            <a:r>
              <a:rPr lang="en-US" b="0" dirty="0" err="1"/>
              <a:t>en</a:t>
            </a:r>
            <a:r>
              <a:rPr lang="en-US" b="0" dirty="0"/>
              <a:t> </a:t>
            </a:r>
            <a:r>
              <a:rPr lang="en-US" b="0" dirty="0" err="1"/>
              <a:t>una</a:t>
            </a:r>
            <a:r>
              <a:rPr lang="en-US" b="0" dirty="0"/>
              <a:t> base de </a:t>
            </a:r>
            <a:r>
              <a:rPr lang="en-US" b="0" dirty="0" err="1"/>
              <a:t>datos</a:t>
            </a:r>
            <a:r>
              <a:rPr lang="en-US" b="0" dirty="0"/>
              <a:t> </a:t>
            </a:r>
            <a:r>
              <a:rPr lang="en-US" b="0" dirty="0" err="1"/>
              <a:t>si</a:t>
            </a:r>
            <a:r>
              <a:rPr lang="en-US" b="0" dirty="0"/>
              <a:t> son </a:t>
            </a:r>
            <a:r>
              <a:rPr lang="en-US" b="0" dirty="0" err="1"/>
              <a:t>diferentes</a:t>
            </a:r>
            <a:r>
              <a:rPr lang="en-US" b="0" dirty="0"/>
              <a:t> a la consulta anterior, </a:t>
            </a:r>
            <a:r>
              <a:rPr lang="en-US" b="0" dirty="0" err="1"/>
              <a:t>caso</a:t>
            </a:r>
            <a:r>
              <a:rPr lang="en-US" b="0" dirty="0"/>
              <a:t> </a:t>
            </a:r>
            <a:r>
              <a:rPr lang="en-US" b="0" dirty="0" err="1"/>
              <a:t>contrario</a:t>
            </a:r>
            <a:r>
              <a:rPr lang="en-US" b="0" dirty="0"/>
              <a:t> no se </a:t>
            </a:r>
            <a:r>
              <a:rPr lang="en-US" b="0" dirty="0" err="1"/>
              <a:t>almacenan</a:t>
            </a:r>
            <a:r>
              <a:rPr lang="en-US" b="0" dirty="0"/>
              <a:t>.</a:t>
            </a:r>
          </a:p>
          <a:p>
            <a:pPr marL="626364" lvl="1" indent="-342900" algn="just">
              <a:buFont typeface="+mj-lt"/>
              <a:buAutoNum type="arabicPeriod"/>
            </a:pPr>
            <a:r>
              <a:rPr lang="en-US" b="0" dirty="0"/>
              <a:t>Si </a:t>
            </a:r>
            <a:r>
              <a:rPr lang="en-US" b="0" dirty="0" err="1"/>
              <a:t>los</a:t>
            </a:r>
            <a:r>
              <a:rPr lang="en-US" b="0" dirty="0"/>
              <a:t> </a:t>
            </a:r>
            <a:r>
              <a:rPr lang="en-US" b="0" dirty="0" err="1"/>
              <a:t>datos</a:t>
            </a:r>
            <a:r>
              <a:rPr lang="en-US" b="0" dirty="0"/>
              <a:t> </a:t>
            </a:r>
            <a:r>
              <a:rPr lang="en-US" b="0" dirty="0" err="1"/>
              <a:t>han</a:t>
            </a:r>
            <a:r>
              <a:rPr lang="en-US" b="0" dirty="0"/>
              <a:t> </a:t>
            </a:r>
            <a:r>
              <a:rPr lang="en-US" b="0" dirty="0" err="1"/>
              <a:t>cambiado</a:t>
            </a:r>
            <a:r>
              <a:rPr lang="en-US" b="0" dirty="0"/>
              <a:t> </a:t>
            </a:r>
            <a:r>
              <a:rPr lang="en-US" b="0" dirty="0" err="1"/>
              <a:t>notificar</a:t>
            </a:r>
            <a:r>
              <a:rPr lang="en-US" b="0" dirty="0"/>
              <a:t> a la app </a:t>
            </a:r>
            <a:r>
              <a:rPr lang="en-US" b="0" dirty="0" err="1"/>
              <a:t>cliente</a:t>
            </a:r>
            <a:r>
              <a:rPr lang="en-US" b="0" dirty="0"/>
              <a:t> de un </a:t>
            </a:r>
            <a:r>
              <a:rPr lang="en-US" b="0" dirty="0" err="1"/>
              <a:t>cambio</a:t>
            </a:r>
            <a:r>
              <a:rPr lang="en-US" b="0" dirty="0"/>
              <a:t>.</a:t>
            </a:r>
          </a:p>
          <a:p>
            <a:pPr marL="626364" lvl="1" indent="-342900" algn="just">
              <a:buFont typeface="+mj-lt"/>
              <a:buAutoNum type="arabicPeriod"/>
            </a:pPr>
            <a:r>
              <a:rPr lang="en-US" b="0" dirty="0" err="1"/>
              <a:t>Proveer</a:t>
            </a:r>
            <a:r>
              <a:rPr lang="en-US" b="0" dirty="0"/>
              <a:t> </a:t>
            </a:r>
            <a:r>
              <a:rPr lang="en-US" b="0" dirty="0" err="1"/>
              <a:t>los</a:t>
            </a:r>
            <a:r>
              <a:rPr lang="en-US" b="0" dirty="0"/>
              <a:t> </a:t>
            </a:r>
            <a:r>
              <a:rPr lang="en-US" b="0" dirty="0" err="1"/>
              <a:t>calculos</a:t>
            </a:r>
            <a:r>
              <a:rPr lang="en-US" b="0" dirty="0"/>
              <a:t> </a:t>
            </a:r>
            <a:r>
              <a:rPr lang="en-US" b="0" dirty="0" err="1"/>
              <a:t>solicitados</a:t>
            </a:r>
            <a:r>
              <a:rPr lang="en-US" b="0" dirty="0"/>
              <a:t> </a:t>
            </a:r>
            <a:r>
              <a:rPr lang="en-US" b="0" dirty="0" err="1"/>
              <a:t>desde</a:t>
            </a:r>
            <a:r>
              <a:rPr lang="en-US" b="0" dirty="0"/>
              <a:t> la app </a:t>
            </a:r>
            <a:r>
              <a:rPr lang="en-US" b="0" dirty="0" err="1"/>
              <a:t>cliente</a:t>
            </a:r>
            <a:r>
              <a:rPr lang="en-US" b="0" dirty="0"/>
              <a:t>. </a:t>
            </a:r>
          </a:p>
          <a:p>
            <a:pPr marL="342900" indent="-342900" algn="just">
              <a:buFont typeface="Arial" panose="020B0604020202020204" pitchFamily="34" charset="0"/>
              <a:buChar char="•"/>
            </a:pPr>
            <a:r>
              <a:rPr lang="en-US" b="0" dirty="0"/>
              <a:t>Proyecto web Blazor </a:t>
            </a:r>
            <a:r>
              <a:rPr lang="en-US" b="0" dirty="0" err="1"/>
              <a:t>WebAssembly</a:t>
            </a:r>
            <a:r>
              <a:rPr lang="en-US" b="0" dirty="0"/>
              <a:t> (App Client)</a:t>
            </a:r>
            <a:r>
              <a:rPr lang="en-US" b="0" dirty="0" err="1"/>
              <a:t>que</a:t>
            </a:r>
            <a:r>
              <a:rPr lang="en-US" b="0" dirty="0"/>
              <a:t> </a:t>
            </a:r>
            <a:r>
              <a:rPr lang="en-US" b="0" dirty="0" err="1"/>
              <a:t>permite</a:t>
            </a:r>
            <a:r>
              <a:rPr lang="en-US" b="0" dirty="0"/>
              <a:t> </a:t>
            </a:r>
            <a:r>
              <a:rPr lang="en-US" b="0" dirty="0" err="1"/>
              <a:t>conectarse</a:t>
            </a:r>
            <a:r>
              <a:rPr lang="en-US" b="0" dirty="0"/>
              <a:t> a la API y </a:t>
            </a:r>
            <a:r>
              <a:rPr lang="en-US" b="0" dirty="0" err="1"/>
              <a:t>obtener</a:t>
            </a:r>
            <a:r>
              <a:rPr lang="en-US" b="0" dirty="0"/>
              <a:t> las </a:t>
            </a:r>
            <a:r>
              <a:rPr lang="en-US" b="0" dirty="0" err="1"/>
              <a:t>consultas</a:t>
            </a:r>
            <a:r>
              <a:rPr lang="en-US" b="0" dirty="0"/>
              <a:t> luego de la </a:t>
            </a:r>
            <a:r>
              <a:rPr lang="en-US" b="0" dirty="0" err="1"/>
              <a:t>notificación</a:t>
            </a:r>
            <a:r>
              <a:rPr lang="en-US" b="0" dirty="0"/>
              <a:t> de la API web </a:t>
            </a:r>
            <a:r>
              <a:rPr lang="en-US" b="0" dirty="0" err="1"/>
              <a:t>sobre</a:t>
            </a:r>
            <a:r>
              <a:rPr lang="en-US" b="0" dirty="0"/>
              <a:t> </a:t>
            </a:r>
            <a:r>
              <a:rPr lang="en-US" b="0" dirty="0" err="1"/>
              <a:t>nuevos</a:t>
            </a:r>
            <a:r>
              <a:rPr lang="en-US" b="0" dirty="0"/>
              <a:t> </a:t>
            </a:r>
            <a:r>
              <a:rPr lang="en-US" b="0" dirty="0" err="1"/>
              <a:t>cambios</a:t>
            </a:r>
            <a:r>
              <a:rPr lang="en-US" b="0" dirty="0"/>
              <a:t> de las se</a:t>
            </a:r>
            <a:r>
              <a:rPr lang="es-ES" b="0" dirty="0"/>
              <a:t>ñ</a:t>
            </a:r>
            <a:r>
              <a:rPr lang="en-US" b="0" dirty="0"/>
              <a:t>ales de trading.</a:t>
            </a:r>
            <a:endParaRPr lang="es-ES" b="0" dirty="0"/>
          </a:p>
        </p:txBody>
      </p:sp>
      <p:sp>
        <p:nvSpPr>
          <p:cNvPr id="14" name="Slide Number Placeholder 5">
            <a:extLst>
              <a:ext uri="{FF2B5EF4-FFF2-40B4-BE49-F238E27FC236}">
                <a16:creationId xmlns:a16="http://schemas.microsoft.com/office/drawing/2014/main" id="{ECE635A2-70B8-3EAB-6A18-952B02EBAA1E}"/>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3</a:t>
            </a:fld>
            <a:endParaRPr lang="en-US" dirty="0"/>
          </a:p>
        </p:txBody>
      </p:sp>
    </p:spTree>
    <p:extLst>
      <p:ext uri="{BB962C8B-B14F-4D97-AF65-F5344CB8AC3E}">
        <p14:creationId xmlns:p14="http://schemas.microsoft.com/office/powerpoint/2010/main" val="35715163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E15B94-387E-8A5B-2F0C-8D2CC806B9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13C3F9-000F-B121-B2AD-A029F97216CB}"/>
              </a:ext>
            </a:extLst>
          </p:cNvPr>
          <p:cNvSpPr>
            <a:spLocks noGrp="1"/>
          </p:cNvSpPr>
          <p:nvPr>
            <p:ph type="title"/>
          </p:nvPr>
        </p:nvSpPr>
        <p:spPr>
          <a:xfrm>
            <a:off x="1322318" y="268360"/>
            <a:ext cx="7288282" cy="2121177"/>
          </a:xfrm>
        </p:spPr>
        <p:txBody>
          <a:bodyPr/>
          <a:lstStyle/>
          <a:p>
            <a:r>
              <a:rPr lang="es-ES" dirty="0"/>
              <a:t>DATOS – WEB API</a:t>
            </a:r>
            <a:endParaRPr lang="en-US" dirty="0"/>
          </a:p>
        </p:txBody>
      </p:sp>
      <p:sp>
        <p:nvSpPr>
          <p:cNvPr id="3" name="Text Placeholder 2">
            <a:extLst>
              <a:ext uri="{FF2B5EF4-FFF2-40B4-BE49-F238E27FC236}">
                <a16:creationId xmlns:a16="http://schemas.microsoft.com/office/drawing/2014/main" id="{1ED30F1F-CDAC-8644-8461-14A432CBC0A3}"/>
              </a:ext>
            </a:extLst>
          </p:cNvPr>
          <p:cNvSpPr>
            <a:spLocks noGrp="1"/>
          </p:cNvSpPr>
          <p:nvPr>
            <p:ph sz="half" idx="2"/>
          </p:nvPr>
        </p:nvSpPr>
        <p:spPr>
          <a:xfrm>
            <a:off x="1322387" y="2763078"/>
            <a:ext cx="9819746" cy="3407051"/>
          </a:xfrm>
        </p:spPr>
        <p:txBody>
          <a:bodyPr>
            <a:normAutofit lnSpcReduction="10000"/>
          </a:bodyPr>
          <a:lstStyle/>
          <a:p>
            <a:pPr algn="just"/>
            <a:r>
              <a:rPr lang="es-ES" b="0" dirty="0"/>
              <a:t>IDE: Visual Studio.</a:t>
            </a:r>
          </a:p>
          <a:p>
            <a:pPr algn="just"/>
            <a:r>
              <a:rPr lang="es-ES" b="0" dirty="0"/>
              <a:t>VCS: Github.com</a:t>
            </a:r>
          </a:p>
          <a:p>
            <a:pPr algn="just"/>
            <a:r>
              <a:rPr lang="es-ES" b="0" dirty="0"/>
              <a:t>SDK: .NET 9</a:t>
            </a:r>
          </a:p>
          <a:p>
            <a:pPr algn="just"/>
            <a:r>
              <a:rPr lang="es-ES" b="0" dirty="0"/>
              <a:t>Lenguaje: C#</a:t>
            </a:r>
          </a:p>
          <a:p>
            <a:pPr algn="just"/>
            <a:r>
              <a:rPr lang="es-ES" b="0" dirty="0"/>
              <a:t>Tecnologías: </a:t>
            </a:r>
            <a:r>
              <a:rPr lang="es-ES" b="0" dirty="0" err="1"/>
              <a:t>Entity</a:t>
            </a:r>
            <a:r>
              <a:rPr lang="es-ES" b="0" dirty="0"/>
              <a:t> Framework Core, ASP.NET Core</a:t>
            </a:r>
          </a:p>
          <a:p>
            <a:pPr algn="just"/>
            <a:r>
              <a:rPr lang="es-ES" b="0" dirty="0" err="1"/>
              <a:t>Operating</a:t>
            </a:r>
            <a:r>
              <a:rPr lang="es-ES" b="0" dirty="0"/>
              <a:t> </a:t>
            </a:r>
            <a:r>
              <a:rPr lang="es-ES" b="0" dirty="0" err="1"/>
              <a:t>System</a:t>
            </a:r>
            <a:r>
              <a:rPr lang="es-ES" b="0" dirty="0"/>
              <a:t>: </a:t>
            </a:r>
            <a:r>
              <a:rPr lang="es-ES" b="0" dirty="0" err="1"/>
              <a:t>Multiplatform</a:t>
            </a:r>
            <a:endParaRPr lang="es-ES" b="0" dirty="0"/>
          </a:p>
          <a:p>
            <a:pPr algn="just"/>
            <a:r>
              <a:rPr lang="es-ES" b="0" dirty="0" err="1"/>
              <a:t>Persistence</a:t>
            </a:r>
            <a:r>
              <a:rPr lang="es-ES" b="0" dirty="0"/>
              <a:t>: SQLite</a:t>
            </a:r>
          </a:p>
          <a:p>
            <a:pPr algn="just"/>
            <a:r>
              <a:rPr lang="es-ES" b="0" dirty="0"/>
              <a:t>Notificaciones</a:t>
            </a:r>
            <a:r>
              <a:rPr lang="en-US" b="0" dirty="0"/>
              <a:t>: </a:t>
            </a:r>
            <a:r>
              <a:rPr lang="en-US" b="0" dirty="0" err="1"/>
              <a:t>SignalR</a:t>
            </a:r>
            <a:endParaRPr lang="en-US" b="0" dirty="0"/>
          </a:p>
          <a:p>
            <a:pPr algn="just"/>
            <a:r>
              <a:rPr lang="en-US" b="0" dirty="0" err="1"/>
              <a:t>CrytoAPI</a:t>
            </a:r>
            <a:r>
              <a:rPr lang="en-US" b="0" dirty="0"/>
              <a:t> </a:t>
            </a:r>
            <a:r>
              <a:rPr lang="en-US" b="0" dirty="0" err="1"/>
              <a:t>usada</a:t>
            </a:r>
            <a:r>
              <a:rPr lang="en-US" b="0" dirty="0"/>
              <a:t>: </a:t>
            </a:r>
            <a:r>
              <a:rPr lang="en-US" b="0" dirty="0">
                <a:hlinkClick r:id="rId3"/>
              </a:rPr>
              <a:t>https://docs.coingecko.com</a:t>
            </a:r>
            <a:endParaRPr lang="en-US" b="0" dirty="0"/>
          </a:p>
          <a:p>
            <a:pPr algn="just"/>
            <a:endParaRPr lang="en-US" b="0" dirty="0"/>
          </a:p>
        </p:txBody>
      </p:sp>
      <p:sp>
        <p:nvSpPr>
          <p:cNvPr id="14" name="Slide Number Placeholder 5">
            <a:extLst>
              <a:ext uri="{FF2B5EF4-FFF2-40B4-BE49-F238E27FC236}">
                <a16:creationId xmlns:a16="http://schemas.microsoft.com/office/drawing/2014/main" id="{F6AD835C-D728-B9CD-01DF-0A032C175486}"/>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4</a:t>
            </a:fld>
            <a:endParaRPr lang="en-US" dirty="0"/>
          </a:p>
        </p:txBody>
      </p:sp>
    </p:spTree>
    <p:extLst>
      <p:ext uri="{BB962C8B-B14F-4D97-AF65-F5344CB8AC3E}">
        <p14:creationId xmlns:p14="http://schemas.microsoft.com/office/powerpoint/2010/main" val="28159958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D06E1-864D-16FD-D89D-67D453EA5D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AF849D-B45B-7005-7479-5DA237B4B3F4}"/>
              </a:ext>
            </a:extLst>
          </p:cNvPr>
          <p:cNvSpPr>
            <a:spLocks noGrp="1"/>
          </p:cNvSpPr>
          <p:nvPr>
            <p:ph type="title"/>
          </p:nvPr>
        </p:nvSpPr>
        <p:spPr>
          <a:xfrm>
            <a:off x="1322318" y="268360"/>
            <a:ext cx="7288282" cy="2121177"/>
          </a:xfrm>
        </p:spPr>
        <p:txBody>
          <a:bodyPr/>
          <a:lstStyle/>
          <a:p>
            <a:r>
              <a:rPr lang="es-ES" dirty="0"/>
              <a:t>DATOS – WEB API</a:t>
            </a:r>
            <a:endParaRPr lang="en-US" dirty="0"/>
          </a:p>
        </p:txBody>
      </p:sp>
      <p:sp>
        <p:nvSpPr>
          <p:cNvPr id="3" name="Text Placeholder 2">
            <a:extLst>
              <a:ext uri="{FF2B5EF4-FFF2-40B4-BE49-F238E27FC236}">
                <a16:creationId xmlns:a16="http://schemas.microsoft.com/office/drawing/2014/main" id="{2B4A5AD1-F106-62FA-10E9-3F12A518FC2A}"/>
              </a:ext>
            </a:extLst>
          </p:cNvPr>
          <p:cNvSpPr>
            <a:spLocks noGrp="1"/>
          </p:cNvSpPr>
          <p:nvPr>
            <p:ph sz="half" idx="2"/>
          </p:nvPr>
        </p:nvSpPr>
        <p:spPr>
          <a:xfrm>
            <a:off x="1322387" y="2763078"/>
            <a:ext cx="9819746" cy="3407051"/>
          </a:xfrm>
        </p:spPr>
        <p:txBody>
          <a:bodyPr>
            <a:normAutofit lnSpcReduction="10000"/>
          </a:bodyPr>
          <a:lstStyle/>
          <a:p>
            <a:pPr algn="just"/>
            <a:r>
              <a:rPr lang="es-ES" b="0" dirty="0"/>
              <a:t>Se tiene internamente un objeto de tipo de </a:t>
            </a:r>
            <a:r>
              <a:rPr lang="es-ES" b="0" dirty="0" err="1"/>
              <a:t>BackgroundService</a:t>
            </a:r>
            <a:r>
              <a:rPr lang="es-ES" b="0" dirty="0"/>
              <a:t> que permite estar ejecutando una tarea periódica cada cierto tiempo sin comprometer el funcionamiento de las peticiones realizadas desde clientes a la API. En el presente trabajo se utilizó el API de </a:t>
            </a:r>
            <a:r>
              <a:rPr lang="es-ES" b="0" dirty="0" err="1"/>
              <a:t>Coingecko</a:t>
            </a:r>
            <a:r>
              <a:rPr lang="es-ES" b="0" dirty="0"/>
              <a:t> para obtener los precios de las </a:t>
            </a:r>
            <a:r>
              <a:rPr lang="es-ES" b="0" dirty="0" err="1"/>
              <a:t>cryptos</a:t>
            </a:r>
            <a:r>
              <a:rPr lang="es-ES" b="0" dirty="0"/>
              <a:t> (</a:t>
            </a:r>
            <a:r>
              <a:rPr lang="en-US" dirty="0">
                <a:hlinkClick r:id="rId3"/>
              </a:rPr>
              <a:t>Introduction - </a:t>
            </a:r>
            <a:r>
              <a:rPr lang="en-US" dirty="0" err="1">
                <a:hlinkClick r:id="rId3"/>
              </a:rPr>
              <a:t>CoinGecko</a:t>
            </a:r>
            <a:r>
              <a:rPr lang="en-US" dirty="0">
                <a:hlinkClick r:id="rId3"/>
              </a:rPr>
              <a:t> API</a:t>
            </a:r>
            <a:r>
              <a:rPr lang="es-ES" b="0" dirty="0"/>
              <a:t>). Como estamos utilizando la capa gratuita de demo solo se permite hacer peticiones cada 60 segundos para evitar errores de acceso indebido, si se desea hacer cada segundo se debe optar por un plan pagado para obtener los datos en tiempo real.</a:t>
            </a:r>
          </a:p>
          <a:p>
            <a:pPr algn="just"/>
            <a:endParaRPr lang="es-ES" b="0" dirty="0"/>
          </a:p>
          <a:p>
            <a:pPr algn="just"/>
            <a:r>
              <a:rPr lang="es-ES" b="0" dirty="0"/>
              <a:t>Cada 60 segundos el </a:t>
            </a:r>
            <a:r>
              <a:rPr lang="es-ES" b="0" dirty="0" err="1"/>
              <a:t>BackgroundService</a:t>
            </a:r>
            <a:r>
              <a:rPr lang="es-ES" b="0" dirty="0"/>
              <a:t> obtiene los datos del top 10 de </a:t>
            </a:r>
            <a:r>
              <a:rPr lang="es-ES" b="0" dirty="0" err="1"/>
              <a:t>cryptos</a:t>
            </a:r>
            <a:r>
              <a:rPr lang="es-ES" b="0" dirty="0"/>
              <a:t> y compara con la anterior consulta. Si los datos son idénticos no se realiza inserción de nuevos datos en nuestra base de datos SQLite, si los datos son diferentes se realiza la inserción de estos registros.</a:t>
            </a:r>
          </a:p>
        </p:txBody>
      </p:sp>
      <p:sp>
        <p:nvSpPr>
          <p:cNvPr id="14" name="Slide Number Placeholder 5">
            <a:extLst>
              <a:ext uri="{FF2B5EF4-FFF2-40B4-BE49-F238E27FC236}">
                <a16:creationId xmlns:a16="http://schemas.microsoft.com/office/drawing/2014/main" id="{DA54C634-EF02-7258-07E7-ED9479694BA6}"/>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5</a:t>
            </a:fld>
            <a:endParaRPr lang="en-US" dirty="0"/>
          </a:p>
        </p:txBody>
      </p:sp>
    </p:spTree>
    <p:extLst>
      <p:ext uri="{BB962C8B-B14F-4D97-AF65-F5344CB8AC3E}">
        <p14:creationId xmlns:p14="http://schemas.microsoft.com/office/powerpoint/2010/main" val="26256656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F882B-5727-2297-9E67-80D10A655A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8A7EFB-F37B-E516-8AFC-26C7DD0AD40F}"/>
              </a:ext>
            </a:extLst>
          </p:cNvPr>
          <p:cNvSpPr>
            <a:spLocks noGrp="1"/>
          </p:cNvSpPr>
          <p:nvPr>
            <p:ph type="title"/>
          </p:nvPr>
        </p:nvSpPr>
        <p:spPr>
          <a:xfrm>
            <a:off x="1322318" y="268360"/>
            <a:ext cx="7288282" cy="2121177"/>
          </a:xfrm>
        </p:spPr>
        <p:txBody>
          <a:bodyPr/>
          <a:lstStyle/>
          <a:p>
            <a:r>
              <a:rPr lang="es-ES" dirty="0"/>
              <a:t>DATOS – WEB API</a:t>
            </a:r>
            <a:endParaRPr lang="en-US" dirty="0"/>
          </a:p>
        </p:txBody>
      </p:sp>
      <p:sp>
        <p:nvSpPr>
          <p:cNvPr id="3" name="Text Placeholder 2">
            <a:extLst>
              <a:ext uri="{FF2B5EF4-FFF2-40B4-BE49-F238E27FC236}">
                <a16:creationId xmlns:a16="http://schemas.microsoft.com/office/drawing/2014/main" id="{5F2AA1E8-8134-ED76-53AA-198F2310DA66}"/>
              </a:ext>
            </a:extLst>
          </p:cNvPr>
          <p:cNvSpPr>
            <a:spLocks noGrp="1"/>
          </p:cNvSpPr>
          <p:nvPr>
            <p:ph sz="half" idx="2"/>
          </p:nvPr>
        </p:nvSpPr>
        <p:spPr>
          <a:xfrm>
            <a:off x="1322387" y="2763078"/>
            <a:ext cx="9819746" cy="3407051"/>
          </a:xfrm>
        </p:spPr>
        <p:txBody>
          <a:bodyPr>
            <a:normAutofit/>
          </a:bodyPr>
          <a:lstStyle/>
          <a:p>
            <a:pPr algn="just"/>
            <a:r>
              <a:rPr lang="es-ES" b="0" dirty="0"/>
              <a:t>Si los datos han cambiado se notifica mediante </a:t>
            </a:r>
            <a:r>
              <a:rPr lang="es-ES" b="0" dirty="0" err="1"/>
              <a:t>SignalR</a:t>
            </a:r>
            <a:r>
              <a:rPr lang="es-ES" b="0" dirty="0"/>
              <a:t> a cada cliente suscrito al canal de comunicaciones de que los datos necesitan ser actualizados.</a:t>
            </a:r>
          </a:p>
          <a:p>
            <a:pPr algn="just"/>
            <a:r>
              <a:rPr lang="es-ES" b="0" dirty="0"/>
              <a:t>Aparte existe un </a:t>
            </a:r>
            <a:r>
              <a:rPr lang="es-ES" b="0" dirty="0" err="1"/>
              <a:t>endpoint</a:t>
            </a:r>
            <a:r>
              <a:rPr lang="es-ES" b="0" dirty="0"/>
              <a:t> para servir los cambios nuevos en los precios de las </a:t>
            </a:r>
            <a:r>
              <a:rPr lang="es-ES" b="0" dirty="0" err="1"/>
              <a:t>cryptos</a:t>
            </a:r>
            <a:r>
              <a:rPr lang="es-ES" b="0" dirty="0"/>
              <a:t> si el cliente lo solicita. Se retorna el top 10 de las </a:t>
            </a:r>
            <a:r>
              <a:rPr lang="es-ES" b="0" dirty="0" err="1"/>
              <a:t>cryptos</a:t>
            </a:r>
            <a:r>
              <a:rPr lang="es-ES" b="0" dirty="0"/>
              <a:t> que se han obtenido de </a:t>
            </a:r>
            <a:r>
              <a:rPr lang="es-ES" b="0" dirty="0" err="1"/>
              <a:t>Coingecko</a:t>
            </a:r>
            <a:r>
              <a:rPr lang="es-ES" b="0" dirty="0"/>
              <a:t> con su precio actual; precio mínimo, máximo y promedio en el rango de 1 hora atrás a partir de la hora actual, el valor de la señal que se obtiene sacando el promedio de los precios de todos los registros de 1 hora atrás para cada </a:t>
            </a:r>
            <a:r>
              <a:rPr lang="es-ES" b="0" dirty="0" err="1"/>
              <a:t>crypto</a:t>
            </a:r>
            <a:r>
              <a:rPr lang="es-ES" b="0" dirty="0"/>
              <a:t> si el precio actual es mayor al promedio es indicador de compra ya que la </a:t>
            </a:r>
            <a:r>
              <a:rPr lang="es-ES" b="0" dirty="0" err="1"/>
              <a:t>crypto</a:t>
            </a:r>
            <a:r>
              <a:rPr lang="es-ES" b="0" dirty="0"/>
              <a:t> tiende al alza y si es menor que el promedio tiende a la baja es indicar para vender la </a:t>
            </a:r>
            <a:r>
              <a:rPr lang="es-ES" b="0" dirty="0" err="1"/>
              <a:t>crypto</a:t>
            </a:r>
            <a:r>
              <a:rPr lang="es-ES" b="0" dirty="0"/>
              <a:t>. </a:t>
            </a:r>
          </a:p>
        </p:txBody>
      </p:sp>
      <p:sp>
        <p:nvSpPr>
          <p:cNvPr id="14" name="Slide Number Placeholder 5">
            <a:extLst>
              <a:ext uri="{FF2B5EF4-FFF2-40B4-BE49-F238E27FC236}">
                <a16:creationId xmlns:a16="http://schemas.microsoft.com/office/drawing/2014/main" id="{AFF28822-E080-27A5-7FFC-21DBCC7AC1FD}"/>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6</a:t>
            </a:fld>
            <a:endParaRPr lang="en-US" dirty="0"/>
          </a:p>
        </p:txBody>
      </p:sp>
    </p:spTree>
    <p:extLst>
      <p:ext uri="{BB962C8B-B14F-4D97-AF65-F5344CB8AC3E}">
        <p14:creationId xmlns:p14="http://schemas.microsoft.com/office/powerpoint/2010/main" val="23381122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4A9CD-C9C5-C6B0-E8E4-AE8529A512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9634A5-C9FB-7F42-115A-7D4D9466D8AA}"/>
              </a:ext>
            </a:extLst>
          </p:cNvPr>
          <p:cNvSpPr>
            <a:spLocks noGrp="1"/>
          </p:cNvSpPr>
          <p:nvPr>
            <p:ph type="title"/>
          </p:nvPr>
        </p:nvSpPr>
        <p:spPr>
          <a:xfrm>
            <a:off x="1322318" y="268360"/>
            <a:ext cx="7288282" cy="2121177"/>
          </a:xfrm>
        </p:spPr>
        <p:txBody>
          <a:bodyPr/>
          <a:lstStyle/>
          <a:p>
            <a:r>
              <a:rPr lang="es-ES" dirty="0"/>
              <a:t>PROYECTO WEB API - </a:t>
            </a:r>
            <a:r>
              <a:rPr lang="es-ES" dirty="0" err="1"/>
              <a:t>FlUJO</a:t>
            </a:r>
            <a:endParaRPr lang="en-US" dirty="0"/>
          </a:p>
        </p:txBody>
      </p:sp>
      <p:sp>
        <p:nvSpPr>
          <p:cNvPr id="14" name="Slide Number Placeholder 5">
            <a:extLst>
              <a:ext uri="{FF2B5EF4-FFF2-40B4-BE49-F238E27FC236}">
                <a16:creationId xmlns:a16="http://schemas.microsoft.com/office/drawing/2014/main" id="{BBBD5129-4A7A-D598-2B78-5404CBC3CF0C}"/>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7</a:t>
            </a:fld>
            <a:endParaRPr lang="en-US" dirty="0"/>
          </a:p>
        </p:txBody>
      </p:sp>
      <p:pic>
        <p:nvPicPr>
          <p:cNvPr id="5" name="Picture 4">
            <a:extLst>
              <a:ext uri="{FF2B5EF4-FFF2-40B4-BE49-F238E27FC236}">
                <a16:creationId xmlns:a16="http://schemas.microsoft.com/office/drawing/2014/main" id="{7BABE1C1-524A-6B0E-A411-CF821BD5C650}"/>
              </a:ext>
            </a:extLst>
          </p:cNvPr>
          <p:cNvPicPr>
            <a:picLocks noChangeAspect="1"/>
          </p:cNvPicPr>
          <p:nvPr/>
        </p:nvPicPr>
        <p:blipFill>
          <a:blip r:embed="rId3"/>
          <a:stretch>
            <a:fillRect/>
          </a:stretch>
        </p:blipFill>
        <p:spPr>
          <a:xfrm>
            <a:off x="1417529" y="3997192"/>
            <a:ext cx="313900" cy="313900"/>
          </a:xfrm>
          <a:prstGeom prst="rect">
            <a:avLst/>
          </a:prstGeom>
        </p:spPr>
      </p:pic>
      <p:pic>
        <p:nvPicPr>
          <p:cNvPr id="7" name="Picture 6">
            <a:extLst>
              <a:ext uri="{FF2B5EF4-FFF2-40B4-BE49-F238E27FC236}">
                <a16:creationId xmlns:a16="http://schemas.microsoft.com/office/drawing/2014/main" id="{193F7E96-B410-1526-C10B-37D6829C4683}"/>
              </a:ext>
            </a:extLst>
          </p:cNvPr>
          <p:cNvPicPr>
            <a:picLocks noChangeAspect="1"/>
          </p:cNvPicPr>
          <p:nvPr/>
        </p:nvPicPr>
        <p:blipFill>
          <a:blip r:embed="rId4"/>
          <a:stretch>
            <a:fillRect/>
          </a:stretch>
        </p:blipFill>
        <p:spPr>
          <a:xfrm>
            <a:off x="1553055" y="3247127"/>
            <a:ext cx="728133" cy="728133"/>
          </a:xfrm>
          <a:prstGeom prst="rect">
            <a:avLst/>
          </a:prstGeom>
        </p:spPr>
      </p:pic>
      <p:pic>
        <p:nvPicPr>
          <p:cNvPr id="9" name="Picture 8">
            <a:extLst>
              <a:ext uri="{FF2B5EF4-FFF2-40B4-BE49-F238E27FC236}">
                <a16:creationId xmlns:a16="http://schemas.microsoft.com/office/drawing/2014/main" id="{48BC5860-6C17-20D7-8FB8-7FB417E7ECF9}"/>
              </a:ext>
            </a:extLst>
          </p:cNvPr>
          <p:cNvPicPr>
            <a:picLocks noChangeAspect="1"/>
          </p:cNvPicPr>
          <p:nvPr/>
        </p:nvPicPr>
        <p:blipFill>
          <a:blip r:embed="rId5"/>
          <a:stretch>
            <a:fillRect/>
          </a:stretch>
        </p:blipFill>
        <p:spPr>
          <a:xfrm>
            <a:off x="2708914" y="3479960"/>
            <a:ext cx="990600" cy="990600"/>
          </a:xfrm>
          <a:prstGeom prst="rect">
            <a:avLst/>
          </a:prstGeom>
        </p:spPr>
      </p:pic>
      <p:pic>
        <p:nvPicPr>
          <p:cNvPr id="11" name="Picture 10">
            <a:extLst>
              <a:ext uri="{FF2B5EF4-FFF2-40B4-BE49-F238E27FC236}">
                <a16:creationId xmlns:a16="http://schemas.microsoft.com/office/drawing/2014/main" id="{24060EB4-2B79-800F-6B46-6FBCE4233324}"/>
              </a:ext>
            </a:extLst>
          </p:cNvPr>
          <p:cNvPicPr>
            <a:picLocks noChangeAspect="1"/>
          </p:cNvPicPr>
          <p:nvPr/>
        </p:nvPicPr>
        <p:blipFill>
          <a:blip r:embed="rId6"/>
          <a:stretch>
            <a:fillRect/>
          </a:stretch>
        </p:blipFill>
        <p:spPr>
          <a:xfrm>
            <a:off x="3864614" y="3052553"/>
            <a:ext cx="1714500" cy="1714500"/>
          </a:xfrm>
          <a:prstGeom prst="rect">
            <a:avLst/>
          </a:prstGeom>
        </p:spPr>
      </p:pic>
      <p:pic>
        <p:nvPicPr>
          <p:cNvPr id="12" name="Picture 11">
            <a:extLst>
              <a:ext uri="{FF2B5EF4-FFF2-40B4-BE49-F238E27FC236}">
                <a16:creationId xmlns:a16="http://schemas.microsoft.com/office/drawing/2014/main" id="{98888485-43A6-6B9A-2417-3A7164FBA050}"/>
              </a:ext>
            </a:extLst>
          </p:cNvPr>
          <p:cNvPicPr>
            <a:picLocks noChangeAspect="1"/>
          </p:cNvPicPr>
          <p:nvPr/>
        </p:nvPicPr>
        <p:blipFill>
          <a:blip r:embed="rId5"/>
          <a:stretch>
            <a:fillRect/>
          </a:stretch>
        </p:blipFill>
        <p:spPr>
          <a:xfrm>
            <a:off x="5766140" y="3479960"/>
            <a:ext cx="990600" cy="990600"/>
          </a:xfrm>
          <a:prstGeom prst="rect">
            <a:avLst/>
          </a:prstGeom>
        </p:spPr>
      </p:pic>
      <p:pic>
        <p:nvPicPr>
          <p:cNvPr id="15" name="Picture 14">
            <a:extLst>
              <a:ext uri="{FF2B5EF4-FFF2-40B4-BE49-F238E27FC236}">
                <a16:creationId xmlns:a16="http://schemas.microsoft.com/office/drawing/2014/main" id="{1EE1246B-DC3E-7ACA-E0C3-A48206B2ECE9}"/>
              </a:ext>
            </a:extLst>
          </p:cNvPr>
          <p:cNvPicPr>
            <a:picLocks noChangeAspect="1"/>
          </p:cNvPicPr>
          <p:nvPr/>
        </p:nvPicPr>
        <p:blipFill>
          <a:blip r:embed="rId7"/>
          <a:stretch>
            <a:fillRect/>
          </a:stretch>
        </p:blipFill>
        <p:spPr>
          <a:xfrm>
            <a:off x="7070936" y="3179723"/>
            <a:ext cx="1587330" cy="1587330"/>
          </a:xfrm>
          <a:prstGeom prst="rect">
            <a:avLst/>
          </a:prstGeom>
        </p:spPr>
      </p:pic>
      <p:pic>
        <p:nvPicPr>
          <p:cNvPr id="16" name="Picture 15">
            <a:extLst>
              <a:ext uri="{FF2B5EF4-FFF2-40B4-BE49-F238E27FC236}">
                <a16:creationId xmlns:a16="http://schemas.microsoft.com/office/drawing/2014/main" id="{710A278E-79CE-72E7-1348-20038724ECA3}"/>
              </a:ext>
            </a:extLst>
          </p:cNvPr>
          <p:cNvPicPr>
            <a:picLocks noChangeAspect="1"/>
          </p:cNvPicPr>
          <p:nvPr/>
        </p:nvPicPr>
        <p:blipFill>
          <a:blip r:embed="rId5"/>
          <a:stretch>
            <a:fillRect/>
          </a:stretch>
        </p:blipFill>
        <p:spPr>
          <a:xfrm>
            <a:off x="8780274" y="3479960"/>
            <a:ext cx="990600" cy="990600"/>
          </a:xfrm>
          <a:prstGeom prst="rect">
            <a:avLst/>
          </a:prstGeom>
        </p:spPr>
      </p:pic>
      <p:pic>
        <p:nvPicPr>
          <p:cNvPr id="18" name="Picture 17">
            <a:extLst>
              <a:ext uri="{FF2B5EF4-FFF2-40B4-BE49-F238E27FC236}">
                <a16:creationId xmlns:a16="http://schemas.microsoft.com/office/drawing/2014/main" id="{C6791049-A73E-7AAE-956D-6CA381F7058E}"/>
              </a:ext>
            </a:extLst>
          </p:cNvPr>
          <p:cNvPicPr>
            <a:picLocks noChangeAspect="1"/>
          </p:cNvPicPr>
          <p:nvPr/>
        </p:nvPicPr>
        <p:blipFill>
          <a:blip r:embed="rId8"/>
          <a:stretch>
            <a:fillRect/>
          </a:stretch>
        </p:blipFill>
        <p:spPr>
          <a:xfrm>
            <a:off x="10011892" y="3052553"/>
            <a:ext cx="1718834" cy="1718834"/>
          </a:xfrm>
          <a:prstGeom prst="rect">
            <a:avLst/>
          </a:prstGeom>
        </p:spPr>
      </p:pic>
      <p:sp>
        <p:nvSpPr>
          <p:cNvPr id="20" name="TextBox 19">
            <a:extLst>
              <a:ext uri="{FF2B5EF4-FFF2-40B4-BE49-F238E27FC236}">
                <a16:creationId xmlns:a16="http://schemas.microsoft.com/office/drawing/2014/main" id="{E6F3E11C-5A04-7ECE-6DD8-C6A44E342115}"/>
              </a:ext>
            </a:extLst>
          </p:cNvPr>
          <p:cNvSpPr txBox="1"/>
          <p:nvPr/>
        </p:nvSpPr>
        <p:spPr>
          <a:xfrm>
            <a:off x="1125329" y="5029680"/>
            <a:ext cx="1583586" cy="646331"/>
          </a:xfrm>
          <a:prstGeom prst="rect">
            <a:avLst/>
          </a:prstGeom>
          <a:noFill/>
        </p:spPr>
        <p:txBody>
          <a:bodyPr wrap="square" rtlCol="0">
            <a:spAutoFit/>
          </a:bodyPr>
          <a:lstStyle/>
          <a:p>
            <a:pPr algn="ctr"/>
            <a:r>
              <a:rPr lang="es-ES" dirty="0"/>
              <a:t>Obtener data de </a:t>
            </a:r>
            <a:r>
              <a:rPr lang="es-ES" dirty="0" err="1"/>
              <a:t>Coingecko</a:t>
            </a:r>
            <a:endParaRPr lang="en-US" dirty="0"/>
          </a:p>
        </p:txBody>
      </p:sp>
      <p:sp>
        <p:nvSpPr>
          <p:cNvPr id="21" name="TextBox 20">
            <a:extLst>
              <a:ext uri="{FF2B5EF4-FFF2-40B4-BE49-F238E27FC236}">
                <a16:creationId xmlns:a16="http://schemas.microsoft.com/office/drawing/2014/main" id="{33338971-EE49-C55F-FA74-05F2DC6D9726}"/>
              </a:ext>
            </a:extLst>
          </p:cNvPr>
          <p:cNvSpPr txBox="1"/>
          <p:nvPr/>
        </p:nvSpPr>
        <p:spPr>
          <a:xfrm>
            <a:off x="3930071" y="5029679"/>
            <a:ext cx="1583586" cy="923330"/>
          </a:xfrm>
          <a:prstGeom prst="rect">
            <a:avLst/>
          </a:prstGeom>
          <a:noFill/>
        </p:spPr>
        <p:txBody>
          <a:bodyPr wrap="square" rtlCol="0">
            <a:spAutoFit/>
          </a:bodyPr>
          <a:lstStyle/>
          <a:p>
            <a:pPr algn="ctr"/>
            <a:r>
              <a:rPr lang="es-ES" dirty="0"/>
              <a:t>Verificar cambios nuevos</a:t>
            </a:r>
            <a:endParaRPr lang="en-US" dirty="0"/>
          </a:p>
        </p:txBody>
      </p:sp>
      <p:sp>
        <p:nvSpPr>
          <p:cNvPr id="22" name="TextBox 21">
            <a:extLst>
              <a:ext uri="{FF2B5EF4-FFF2-40B4-BE49-F238E27FC236}">
                <a16:creationId xmlns:a16="http://schemas.microsoft.com/office/drawing/2014/main" id="{05575539-2BA3-18F5-4229-870A60BC1408}"/>
              </a:ext>
            </a:extLst>
          </p:cNvPr>
          <p:cNvSpPr txBox="1"/>
          <p:nvPr/>
        </p:nvSpPr>
        <p:spPr>
          <a:xfrm>
            <a:off x="7027014" y="5029679"/>
            <a:ext cx="1583586" cy="923330"/>
          </a:xfrm>
          <a:prstGeom prst="rect">
            <a:avLst/>
          </a:prstGeom>
          <a:noFill/>
        </p:spPr>
        <p:txBody>
          <a:bodyPr wrap="square" rtlCol="0">
            <a:spAutoFit/>
          </a:bodyPr>
          <a:lstStyle/>
          <a:p>
            <a:pPr algn="ctr"/>
            <a:r>
              <a:rPr lang="es-ES" dirty="0"/>
              <a:t>Almacenar en base de datos SQLite</a:t>
            </a:r>
            <a:endParaRPr lang="en-US" dirty="0"/>
          </a:p>
        </p:txBody>
      </p:sp>
      <p:sp>
        <p:nvSpPr>
          <p:cNvPr id="23" name="TextBox 22">
            <a:extLst>
              <a:ext uri="{FF2B5EF4-FFF2-40B4-BE49-F238E27FC236}">
                <a16:creationId xmlns:a16="http://schemas.microsoft.com/office/drawing/2014/main" id="{19E8D3B9-F8F3-15D0-6777-8CEFA4CAB3DD}"/>
              </a:ext>
            </a:extLst>
          </p:cNvPr>
          <p:cNvSpPr txBox="1"/>
          <p:nvPr/>
        </p:nvSpPr>
        <p:spPr>
          <a:xfrm>
            <a:off x="9902540" y="4961270"/>
            <a:ext cx="2077405" cy="1754326"/>
          </a:xfrm>
          <a:prstGeom prst="rect">
            <a:avLst/>
          </a:prstGeom>
          <a:noFill/>
        </p:spPr>
        <p:txBody>
          <a:bodyPr wrap="square" rtlCol="0">
            <a:spAutoFit/>
          </a:bodyPr>
          <a:lstStyle/>
          <a:p>
            <a:pPr algn="ctr"/>
            <a:r>
              <a:rPr lang="es-ES" dirty="0"/>
              <a:t>Servir las peticiones de clientes.</a:t>
            </a:r>
          </a:p>
          <a:p>
            <a:pPr algn="ctr"/>
            <a:endParaRPr lang="es-ES" dirty="0"/>
          </a:p>
          <a:p>
            <a:pPr algn="ctr"/>
            <a:r>
              <a:rPr lang="es-ES" dirty="0"/>
              <a:t>Notificar nuevos cambios</a:t>
            </a:r>
            <a:endParaRPr lang="en-US" dirty="0"/>
          </a:p>
        </p:txBody>
      </p:sp>
      <p:pic>
        <p:nvPicPr>
          <p:cNvPr id="1026" name="Picture 2">
            <a:extLst>
              <a:ext uri="{FF2B5EF4-FFF2-40B4-BE49-F238E27FC236}">
                <a16:creationId xmlns:a16="http://schemas.microsoft.com/office/drawing/2014/main" id="{6BBECD40-9D12-E443-3902-55D81DFEC70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2200" y="3975260"/>
            <a:ext cx="2416714" cy="6583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65984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18F88-99A1-17EC-8B37-F58783B3FA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45F127-B010-3615-7CEB-AA66125CD370}"/>
              </a:ext>
            </a:extLst>
          </p:cNvPr>
          <p:cNvSpPr>
            <a:spLocks noGrp="1"/>
          </p:cNvSpPr>
          <p:nvPr>
            <p:ph type="title"/>
          </p:nvPr>
        </p:nvSpPr>
        <p:spPr>
          <a:xfrm>
            <a:off x="1322318" y="268360"/>
            <a:ext cx="7288282" cy="2121177"/>
          </a:xfrm>
        </p:spPr>
        <p:txBody>
          <a:bodyPr/>
          <a:lstStyle/>
          <a:p>
            <a:r>
              <a:rPr lang="es-ES" dirty="0"/>
              <a:t>DATOS – WEB APP</a:t>
            </a:r>
            <a:endParaRPr lang="en-US" dirty="0"/>
          </a:p>
        </p:txBody>
      </p:sp>
      <p:sp>
        <p:nvSpPr>
          <p:cNvPr id="3" name="Text Placeholder 2">
            <a:extLst>
              <a:ext uri="{FF2B5EF4-FFF2-40B4-BE49-F238E27FC236}">
                <a16:creationId xmlns:a16="http://schemas.microsoft.com/office/drawing/2014/main" id="{914DF5F2-04AE-28D7-61D6-A335274B8AFE}"/>
              </a:ext>
            </a:extLst>
          </p:cNvPr>
          <p:cNvSpPr>
            <a:spLocks noGrp="1"/>
          </p:cNvSpPr>
          <p:nvPr>
            <p:ph sz="half" idx="2"/>
          </p:nvPr>
        </p:nvSpPr>
        <p:spPr>
          <a:xfrm>
            <a:off x="1322387" y="2763078"/>
            <a:ext cx="9819746" cy="3407051"/>
          </a:xfrm>
        </p:spPr>
        <p:txBody>
          <a:bodyPr>
            <a:normAutofit/>
          </a:bodyPr>
          <a:lstStyle/>
          <a:p>
            <a:pPr algn="just"/>
            <a:r>
              <a:rPr lang="es-ES" b="0" dirty="0"/>
              <a:t>IDE: Visual Studio.</a:t>
            </a:r>
          </a:p>
          <a:p>
            <a:pPr algn="just"/>
            <a:r>
              <a:rPr lang="es-ES" b="0" dirty="0"/>
              <a:t>VCS: Github.com</a:t>
            </a:r>
          </a:p>
          <a:p>
            <a:pPr algn="just"/>
            <a:r>
              <a:rPr lang="es-ES" b="0" dirty="0"/>
              <a:t>SDK: .NET 9</a:t>
            </a:r>
          </a:p>
          <a:p>
            <a:pPr algn="just"/>
            <a:r>
              <a:rPr lang="es-ES" b="0" dirty="0"/>
              <a:t>Lenguaje: C#</a:t>
            </a:r>
          </a:p>
          <a:p>
            <a:pPr algn="just"/>
            <a:r>
              <a:rPr lang="es-ES" b="0" dirty="0"/>
              <a:t>Tecnologías: </a:t>
            </a:r>
            <a:r>
              <a:rPr lang="es-ES" b="0" dirty="0" err="1"/>
              <a:t>Blazor</a:t>
            </a:r>
            <a:r>
              <a:rPr lang="es-ES" b="0" dirty="0"/>
              <a:t> </a:t>
            </a:r>
            <a:r>
              <a:rPr lang="es-ES" b="0" dirty="0" err="1"/>
              <a:t>WebAssembly</a:t>
            </a:r>
            <a:r>
              <a:rPr lang="es-ES" b="0" dirty="0"/>
              <a:t>, ASP.NET Core</a:t>
            </a:r>
          </a:p>
          <a:p>
            <a:pPr algn="just"/>
            <a:r>
              <a:rPr lang="es-ES" b="0" dirty="0" err="1"/>
              <a:t>Operating</a:t>
            </a:r>
            <a:r>
              <a:rPr lang="es-ES" b="0" dirty="0"/>
              <a:t> </a:t>
            </a:r>
            <a:r>
              <a:rPr lang="es-ES" b="0" dirty="0" err="1"/>
              <a:t>System</a:t>
            </a:r>
            <a:r>
              <a:rPr lang="es-ES" b="0" dirty="0"/>
              <a:t>: </a:t>
            </a:r>
            <a:r>
              <a:rPr lang="es-ES" b="0" dirty="0" err="1"/>
              <a:t>Multiplatform</a:t>
            </a:r>
            <a:endParaRPr lang="es-ES" b="0" dirty="0"/>
          </a:p>
          <a:p>
            <a:pPr algn="just"/>
            <a:r>
              <a:rPr lang="es-ES" b="0" dirty="0"/>
              <a:t>Notificaciones: </a:t>
            </a:r>
            <a:r>
              <a:rPr lang="es-ES" b="0" dirty="0" err="1"/>
              <a:t>SignalR</a:t>
            </a:r>
            <a:endParaRPr lang="es-ES" b="0" dirty="0"/>
          </a:p>
        </p:txBody>
      </p:sp>
      <p:sp>
        <p:nvSpPr>
          <p:cNvPr id="14" name="Slide Number Placeholder 5">
            <a:extLst>
              <a:ext uri="{FF2B5EF4-FFF2-40B4-BE49-F238E27FC236}">
                <a16:creationId xmlns:a16="http://schemas.microsoft.com/office/drawing/2014/main" id="{480E5E8A-9545-4D2E-6816-72E312A7C6A2}"/>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8</a:t>
            </a:fld>
            <a:endParaRPr lang="en-US" dirty="0"/>
          </a:p>
        </p:txBody>
      </p:sp>
    </p:spTree>
    <p:extLst>
      <p:ext uri="{BB962C8B-B14F-4D97-AF65-F5344CB8AC3E}">
        <p14:creationId xmlns:p14="http://schemas.microsoft.com/office/powerpoint/2010/main" val="30643549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4C4535-F8CF-6E25-6B16-82FA15E6F4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197121-C5CD-E01C-1813-5D4AA2FBE43B}"/>
              </a:ext>
            </a:extLst>
          </p:cNvPr>
          <p:cNvSpPr>
            <a:spLocks noGrp="1"/>
          </p:cNvSpPr>
          <p:nvPr>
            <p:ph type="title"/>
          </p:nvPr>
        </p:nvSpPr>
        <p:spPr>
          <a:xfrm>
            <a:off x="1322318" y="268360"/>
            <a:ext cx="7288282" cy="2121177"/>
          </a:xfrm>
        </p:spPr>
        <p:txBody>
          <a:bodyPr/>
          <a:lstStyle/>
          <a:p>
            <a:r>
              <a:rPr lang="es-ES" dirty="0"/>
              <a:t>PROYECTO WEB APP - Flujo</a:t>
            </a:r>
            <a:endParaRPr lang="en-US" dirty="0"/>
          </a:p>
        </p:txBody>
      </p:sp>
      <p:sp>
        <p:nvSpPr>
          <p:cNvPr id="14" name="Slide Number Placeholder 5">
            <a:extLst>
              <a:ext uri="{FF2B5EF4-FFF2-40B4-BE49-F238E27FC236}">
                <a16:creationId xmlns:a16="http://schemas.microsoft.com/office/drawing/2014/main" id="{DFC14957-CA9D-A734-BB18-E04E21C7EE02}"/>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9</a:t>
            </a:fld>
            <a:endParaRPr lang="en-US" dirty="0"/>
          </a:p>
        </p:txBody>
      </p:sp>
      <p:pic>
        <p:nvPicPr>
          <p:cNvPr id="18" name="Picture 17">
            <a:extLst>
              <a:ext uri="{FF2B5EF4-FFF2-40B4-BE49-F238E27FC236}">
                <a16:creationId xmlns:a16="http://schemas.microsoft.com/office/drawing/2014/main" id="{93ECC554-C2EF-D7CA-B221-692DF4302A9B}"/>
              </a:ext>
            </a:extLst>
          </p:cNvPr>
          <p:cNvPicPr>
            <a:picLocks noChangeAspect="1"/>
          </p:cNvPicPr>
          <p:nvPr/>
        </p:nvPicPr>
        <p:blipFill>
          <a:blip r:embed="rId3"/>
          <a:stretch>
            <a:fillRect/>
          </a:stretch>
        </p:blipFill>
        <p:spPr>
          <a:xfrm>
            <a:off x="2378396" y="2968652"/>
            <a:ext cx="1718834" cy="1718834"/>
          </a:xfrm>
          <a:prstGeom prst="rect">
            <a:avLst/>
          </a:prstGeom>
        </p:spPr>
      </p:pic>
      <p:sp>
        <p:nvSpPr>
          <p:cNvPr id="20" name="TextBox 19">
            <a:extLst>
              <a:ext uri="{FF2B5EF4-FFF2-40B4-BE49-F238E27FC236}">
                <a16:creationId xmlns:a16="http://schemas.microsoft.com/office/drawing/2014/main" id="{1227D1CC-3CEE-4D22-5812-225F374A35CE}"/>
              </a:ext>
            </a:extLst>
          </p:cNvPr>
          <p:cNvSpPr txBox="1"/>
          <p:nvPr/>
        </p:nvSpPr>
        <p:spPr>
          <a:xfrm>
            <a:off x="1816249" y="4993245"/>
            <a:ext cx="2933282" cy="1477328"/>
          </a:xfrm>
          <a:prstGeom prst="rect">
            <a:avLst/>
          </a:prstGeom>
          <a:noFill/>
        </p:spPr>
        <p:txBody>
          <a:bodyPr wrap="square" rtlCol="0">
            <a:spAutoFit/>
          </a:bodyPr>
          <a:lstStyle/>
          <a:p>
            <a:pPr algn="ctr"/>
            <a:r>
              <a:rPr lang="es-ES" dirty="0"/>
              <a:t>Servidor – WEB API</a:t>
            </a:r>
          </a:p>
          <a:p>
            <a:pPr algn="ctr"/>
            <a:endParaRPr lang="es-ES" dirty="0"/>
          </a:p>
          <a:p>
            <a:pPr algn="ctr"/>
            <a:r>
              <a:rPr lang="es-ES" dirty="0"/>
              <a:t>Notificar cambios</a:t>
            </a:r>
          </a:p>
          <a:p>
            <a:pPr algn="ctr"/>
            <a:endParaRPr lang="en-US" dirty="0"/>
          </a:p>
          <a:p>
            <a:pPr algn="ctr"/>
            <a:r>
              <a:rPr lang="en-US" dirty="0"/>
              <a:t>Devolver </a:t>
            </a:r>
            <a:r>
              <a:rPr lang="en-US" dirty="0" err="1"/>
              <a:t>datos</a:t>
            </a:r>
            <a:r>
              <a:rPr lang="en-US" dirty="0"/>
              <a:t> </a:t>
            </a:r>
            <a:r>
              <a:rPr lang="en-US" dirty="0" err="1"/>
              <a:t>nuevos</a:t>
            </a:r>
            <a:endParaRPr lang="es-ES" dirty="0"/>
          </a:p>
        </p:txBody>
      </p:sp>
      <p:sp>
        <p:nvSpPr>
          <p:cNvPr id="21" name="TextBox 20">
            <a:extLst>
              <a:ext uri="{FF2B5EF4-FFF2-40B4-BE49-F238E27FC236}">
                <a16:creationId xmlns:a16="http://schemas.microsoft.com/office/drawing/2014/main" id="{0B925896-58FD-7A63-768C-088B39F757D9}"/>
              </a:ext>
            </a:extLst>
          </p:cNvPr>
          <p:cNvSpPr txBox="1"/>
          <p:nvPr/>
        </p:nvSpPr>
        <p:spPr>
          <a:xfrm>
            <a:off x="10059957" y="3671823"/>
            <a:ext cx="1951933" cy="2862322"/>
          </a:xfrm>
          <a:prstGeom prst="rect">
            <a:avLst/>
          </a:prstGeom>
          <a:noFill/>
        </p:spPr>
        <p:txBody>
          <a:bodyPr wrap="square" rtlCol="0">
            <a:spAutoFit/>
          </a:bodyPr>
          <a:lstStyle/>
          <a:p>
            <a:pPr algn="ctr"/>
            <a:r>
              <a:rPr lang="es-ES" dirty="0"/>
              <a:t>Apps Web Cliente</a:t>
            </a:r>
          </a:p>
          <a:p>
            <a:pPr algn="ctr"/>
            <a:endParaRPr lang="es-ES" dirty="0"/>
          </a:p>
          <a:p>
            <a:pPr algn="ctr"/>
            <a:r>
              <a:rPr lang="es-ES" dirty="0"/>
              <a:t>Consultar los datos nuevos</a:t>
            </a:r>
          </a:p>
          <a:p>
            <a:pPr algn="ctr"/>
            <a:endParaRPr lang="es-ES" dirty="0"/>
          </a:p>
          <a:p>
            <a:pPr algn="ctr"/>
            <a:r>
              <a:rPr lang="es-ES" dirty="0"/>
              <a:t>Mostrar datos en pantalla</a:t>
            </a:r>
          </a:p>
          <a:p>
            <a:pPr algn="ctr"/>
            <a:endParaRPr lang="es-ES" dirty="0"/>
          </a:p>
          <a:p>
            <a:pPr algn="ctr"/>
            <a:r>
              <a:rPr lang="es-ES" dirty="0"/>
              <a:t>Procesar los notificaciones</a:t>
            </a:r>
            <a:endParaRPr lang="en-US" dirty="0"/>
          </a:p>
        </p:txBody>
      </p:sp>
      <p:pic>
        <p:nvPicPr>
          <p:cNvPr id="6" name="Picture 5">
            <a:extLst>
              <a:ext uri="{FF2B5EF4-FFF2-40B4-BE49-F238E27FC236}">
                <a16:creationId xmlns:a16="http://schemas.microsoft.com/office/drawing/2014/main" id="{807AB340-C0C8-B614-88A2-8888A6F9B967}"/>
              </a:ext>
            </a:extLst>
          </p:cNvPr>
          <p:cNvPicPr>
            <a:picLocks noChangeAspect="1"/>
          </p:cNvPicPr>
          <p:nvPr/>
        </p:nvPicPr>
        <p:blipFill>
          <a:blip r:embed="rId4"/>
          <a:stretch>
            <a:fillRect/>
          </a:stretch>
        </p:blipFill>
        <p:spPr>
          <a:xfrm>
            <a:off x="5271057" y="3509599"/>
            <a:ext cx="1718835" cy="1718835"/>
          </a:xfrm>
          <a:prstGeom prst="rect">
            <a:avLst/>
          </a:prstGeom>
        </p:spPr>
      </p:pic>
      <p:pic>
        <p:nvPicPr>
          <p:cNvPr id="10" name="Picture 9">
            <a:extLst>
              <a:ext uri="{FF2B5EF4-FFF2-40B4-BE49-F238E27FC236}">
                <a16:creationId xmlns:a16="http://schemas.microsoft.com/office/drawing/2014/main" id="{E02DF017-6B15-B651-2388-A105392C5E92}"/>
              </a:ext>
            </a:extLst>
          </p:cNvPr>
          <p:cNvPicPr>
            <a:picLocks noChangeAspect="1"/>
          </p:cNvPicPr>
          <p:nvPr/>
        </p:nvPicPr>
        <p:blipFill>
          <a:blip r:embed="rId5"/>
          <a:stretch>
            <a:fillRect/>
          </a:stretch>
        </p:blipFill>
        <p:spPr>
          <a:xfrm flipH="1">
            <a:off x="7781685" y="3828068"/>
            <a:ext cx="1081898" cy="1081898"/>
          </a:xfrm>
          <a:prstGeom prst="rect">
            <a:avLst/>
          </a:prstGeom>
        </p:spPr>
      </p:pic>
      <p:pic>
        <p:nvPicPr>
          <p:cNvPr id="17" name="Picture 16">
            <a:extLst>
              <a:ext uri="{FF2B5EF4-FFF2-40B4-BE49-F238E27FC236}">
                <a16:creationId xmlns:a16="http://schemas.microsoft.com/office/drawing/2014/main" id="{92B42652-B924-0A5A-BA03-902C5926D47E}"/>
              </a:ext>
            </a:extLst>
          </p:cNvPr>
          <p:cNvPicPr>
            <a:picLocks noChangeAspect="1"/>
          </p:cNvPicPr>
          <p:nvPr/>
        </p:nvPicPr>
        <p:blipFill>
          <a:blip r:embed="rId6"/>
          <a:stretch>
            <a:fillRect/>
          </a:stretch>
        </p:blipFill>
        <p:spPr>
          <a:xfrm flipH="1">
            <a:off x="7781685" y="2674875"/>
            <a:ext cx="1081898" cy="1081898"/>
          </a:xfrm>
          <a:prstGeom prst="rect">
            <a:avLst/>
          </a:prstGeom>
        </p:spPr>
      </p:pic>
      <p:pic>
        <p:nvPicPr>
          <p:cNvPr id="25" name="Picture 24">
            <a:extLst>
              <a:ext uri="{FF2B5EF4-FFF2-40B4-BE49-F238E27FC236}">
                <a16:creationId xmlns:a16="http://schemas.microsoft.com/office/drawing/2014/main" id="{2D50BBE3-371C-9F75-F1A4-899051B14D3C}"/>
              </a:ext>
            </a:extLst>
          </p:cNvPr>
          <p:cNvPicPr>
            <a:picLocks noChangeAspect="1"/>
          </p:cNvPicPr>
          <p:nvPr/>
        </p:nvPicPr>
        <p:blipFill>
          <a:blip r:embed="rId7"/>
          <a:stretch>
            <a:fillRect/>
          </a:stretch>
        </p:blipFill>
        <p:spPr>
          <a:xfrm flipH="1">
            <a:off x="7781685" y="4993245"/>
            <a:ext cx="1081898" cy="1081898"/>
          </a:xfrm>
          <a:prstGeom prst="rect">
            <a:avLst/>
          </a:prstGeom>
        </p:spPr>
      </p:pic>
      <p:pic>
        <p:nvPicPr>
          <p:cNvPr id="29" name="Picture 28">
            <a:extLst>
              <a:ext uri="{FF2B5EF4-FFF2-40B4-BE49-F238E27FC236}">
                <a16:creationId xmlns:a16="http://schemas.microsoft.com/office/drawing/2014/main" id="{B8C34744-0DF3-360A-F967-8285F3B8B894}"/>
              </a:ext>
            </a:extLst>
          </p:cNvPr>
          <p:cNvPicPr>
            <a:picLocks noChangeAspect="1"/>
          </p:cNvPicPr>
          <p:nvPr/>
        </p:nvPicPr>
        <p:blipFill>
          <a:blip r:embed="rId8"/>
          <a:stretch>
            <a:fillRect/>
          </a:stretch>
        </p:blipFill>
        <p:spPr>
          <a:xfrm flipH="1">
            <a:off x="8978059" y="2674875"/>
            <a:ext cx="1081898" cy="1081898"/>
          </a:xfrm>
          <a:prstGeom prst="rect">
            <a:avLst/>
          </a:prstGeom>
        </p:spPr>
      </p:pic>
      <p:pic>
        <p:nvPicPr>
          <p:cNvPr id="31" name="Picture 30">
            <a:extLst>
              <a:ext uri="{FF2B5EF4-FFF2-40B4-BE49-F238E27FC236}">
                <a16:creationId xmlns:a16="http://schemas.microsoft.com/office/drawing/2014/main" id="{EBA61806-2F5B-4B67-06F4-F2A1F6B8AD92}"/>
              </a:ext>
            </a:extLst>
          </p:cNvPr>
          <p:cNvPicPr>
            <a:picLocks noChangeAspect="1"/>
          </p:cNvPicPr>
          <p:nvPr/>
        </p:nvPicPr>
        <p:blipFill>
          <a:blip r:embed="rId9"/>
          <a:stretch>
            <a:fillRect/>
          </a:stretch>
        </p:blipFill>
        <p:spPr>
          <a:xfrm flipH="1">
            <a:off x="8978059" y="3882283"/>
            <a:ext cx="1081898" cy="1081898"/>
          </a:xfrm>
          <a:prstGeom prst="rect">
            <a:avLst/>
          </a:prstGeom>
        </p:spPr>
      </p:pic>
    </p:spTree>
    <p:extLst>
      <p:ext uri="{BB962C8B-B14F-4D97-AF65-F5344CB8AC3E}">
        <p14:creationId xmlns:p14="http://schemas.microsoft.com/office/powerpoint/2010/main" val="35033869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475F0-3374-DF48-0463-4DB121C6A4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6764F8-7FC0-2AC3-B1F6-C432569CE867}"/>
              </a:ext>
            </a:extLst>
          </p:cNvPr>
          <p:cNvSpPr>
            <a:spLocks noGrp="1"/>
          </p:cNvSpPr>
          <p:nvPr>
            <p:ph type="title"/>
          </p:nvPr>
        </p:nvSpPr>
        <p:spPr>
          <a:xfrm>
            <a:off x="1322318" y="268360"/>
            <a:ext cx="7288282" cy="2121177"/>
          </a:xfrm>
        </p:spPr>
        <p:txBody>
          <a:bodyPr/>
          <a:lstStyle/>
          <a:p>
            <a:r>
              <a:rPr lang="es-ES" dirty="0"/>
              <a:t>PROYECTO WEB APP – RESULTADO FINAL</a:t>
            </a:r>
            <a:endParaRPr lang="en-US" dirty="0"/>
          </a:p>
        </p:txBody>
      </p:sp>
      <p:sp>
        <p:nvSpPr>
          <p:cNvPr id="14" name="Slide Number Placeholder 5">
            <a:extLst>
              <a:ext uri="{FF2B5EF4-FFF2-40B4-BE49-F238E27FC236}">
                <a16:creationId xmlns:a16="http://schemas.microsoft.com/office/drawing/2014/main" id="{915B04B2-F6BF-65E4-A830-4BEA74701F53}"/>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10</a:t>
            </a:fld>
            <a:endParaRPr lang="en-US" dirty="0"/>
          </a:p>
        </p:txBody>
      </p:sp>
      <p:pic>
        <p:nvPicPr>
          <p:cNvPr id="4" name="Picture 3">
            <a:extLst>
              <a:ext uri="{FF2B5EF4-FFF2-40B4-BE49-F238E27FC236}">
                <a16:creationId xmlns:a16="http://schemas.microsoft.com/office/drawing/2014/main" id="{8D8B502C-FF6E-EB0F-E144-A5E2AE25FCE0}"/>
              </a:ext>
            </a:extLst>
          </p:cNvPr>
          <p:cNvPicPr>
            <a:picLocks noChangeAspect="1"/>
          </p:cNvPicPr>
          <p:nvPr/>
        </p:nvPicPr>
        <p:blipFill>
          <a:blip r:embed="rId3"/>
          <a:srcRect l="10749" r="10749"/>
          <a:stretch/>
        </p:blipFill>
        <p:spPr>
          <a:xfrm>
            <a:off x="3319075" y="2567961"/>
            <a:ext cx="5553850" cy="3801005"/>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Tree>
    <p:extLst>
      <p:ext uri="{BB962C8B-B14F-4D97-AF65-F5344CB8AC3E}">
        <p14:creationId xmlns:p14="http://schemas.microsoft.com/office/powerpoint/2010/main" val="14535291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F1EDE-5423-435C-B149-87AB1BC22B83}"/>
              </a:ext>
            </a:extLst>
          </p:cNvPr>
          <p:cNvSpPr>
            <a:spLocks noGrp="1"/>
          </p:cNvSpPr>
          <p:nvPr>
            <p:ph type="ctrTitle"/>
          </p:nvPr>
        </p:nvSpPr>
        <p:spPr>
          <a:xfrm>
            <a:off x="3591795" y="2052155"/>
            <a:ext cx="4179570" cy="1524735"/>
          </a:xfrm>
        </p:spPr>
        <p:txBody>
          <a:bodyPr/>
          <a:lstStyle/>
          <a:p>
            <a:r>
              <a:rPr lang="es-ES" sz="7200" dirty="0"/>
              <a:t>G</a:t>
            </a:r>
            <a:r>
              <a:rPr lang="en-US" sz="7200" dirty="0"/>
              <a:t>RACIAS</a:t>
            </a:r>
            <a:br>
              <a:rPr lang="en-US" sz="7200" dirty="0"/>
            </a:br>
            <a:endParaRPr lang="en-US" sz="7200" dirty="0"/>
          </a:p>
        </p:txBody>
      </p:sp>
      <p:sp>
        <p:nvSpPr>
          <p:cNvPr id="6" name="Slide Number Placeholder 5">
            <a:extLst>
              <a:ext uri="{FF2B5EF4-FFF2-40B4-BE49-F238E27FC236}">
                <a16:creationId xmlns:a16="http://schemas.microsoft.com/office/drawing/2014/main" id="{4C127D99-645F-4FCF-9573-FDFE2A344FA9}"/>
              </a:ext>
            </a:extLst>
          </p:cNvPr>
          <p:cNvSpPr>
            <a:spLocks noGrp="1"/>
          </p:cNvSpPr>
          <p:nvPr>
            <p:ph type="sldNum" sz="quarter" idx="12"/>
          </p:nvPr>
        </p:nvSpPr>
        <p:spPr>
          <a:xfrm>
            <a:off x="9579428" y="6356350"/>
            <a:ext cx="1774371" cy="365125"/>
          </a:xfrm>
        </p:spPr>
        <p:txBody>
          <a:bodyPr/>
          <a:lstStyle/>
          <a:p>
            <a:fld id="{A49DFD55-3C28-40EF-9E31-A92D2E4017FF}" type="slidenum">
              <a:rPr lang="en-US" smtClean="0"/>
              <a:pPr/>
              <a:t>11</a:t>
            </a:fld>
            <a:endParaRPr lang="en-US" dirty="0"/>
          </a:p>
        </p:txBody>
      </p:sp>
      <p:sp>
        <p:nvSpPr>
          <p:cNvPr id="3" name="TextBox 2">
            <a:extLst>
              <a:ext uri="{FF2B5EF4-FFF2-40B4-BE49-F238E27FC236}">
                <a16:creationId xmlns:a16="http://schemas.microsoft.com/office/drawing/2014/main" id="{82DE2466-BBA9-7879-F314-62454898BC74}"/>
              </a:ext>
            </a:extLst>
          </p:cNvPr>
          <p:cNvSpPr txBox="1"/>
          <p:nvPr/>
        </p:nvSpPr>
        <p:spPr>
          <a:xfrm>
            <a:off x="1901536" y="3096491"/>
            <a:ext cx="7803573" cy="1200329"/>
          </a:xfrm>
          <a:prstGeom prst="rect">
            <a:avLst/>
          </a:prstGeom>
          <a:solidFill>
            <a:srgbClr val="262626">
              <a:alpha val="94902"/>
            </a:srgbClr>
          </a:solidFill>
        </p:spPr>
        <p:txBody>
          <a:bodyPr wrap="square" rtlCol="0">
            <a:spAutoFit/>
          </a:bodyPr>
          <a:lstStyle/>
          <a:p>
            <a:r>
              <a:rPr lang="en-US" dirty="0">
                <a:solidFill>
                  <a:schemeClr val="bg1"/>
                </a:solidFill>
              </a:rPr>
              <a:t>Código Fuente </a:t>
            </a:r>
            <a:r>
              <a:rPr lang="en-US" dirty="0" err="1">
                <a:solidFill>
                  <a:schemeClr val="bg1"/>
                </a:solidFill>
              </a:rPr>
              <a:t>en</a:t>
            </a:r>
            <a:r>
              <a:rPr lang="en-US" dirty="0">
                <a:solidFill>
                  <a:schemeClr val="bg1"/>
                </a:solidFill>
              </a:rPr>
              <a:t>:</a:t>
            </a:r>
            <a:br>
              <a:rPr lang="en-US" dirty="0">
                <a:solidFill>
                  <a:schemeClr val="bg1"/>
                </a:solidFill>
              </a:rPr>
            </a:br>
            <a:r>
              <a:rPr lang="en-US" dirty="0">
                <a:solidFill>
                  <a:schemeClr val="bg1"/>
                </a:solidFill>
                <a:hlinkClick r:id="rId3"/>
              </a:rPr>
              <a:t>https://github.com/UIDE-Tareas/5-Diseno-Procesos-ETL-Data-Science-Tarea3.git</a:t>
            </a:r>
            <a:endParaRPr lang="en-US" dirty="0">
              <a:solidFill>
                <a:schemeClr val="bg1"/>
              </a:solidFill>
            </a:endParaRPr>
          </a:p>
          <a:p>
            <a:endParaRPr lang="en-US" dirty="0">
              <a:solidFill>
                <a:schemeClr val="bg1"/>
              </a:solidFill>
            </a:endParaRPr>
          </a:p>
        </p:txBody>
      </p:sp>
    </p:spTree>
    <p:extLst>
      <p:ext uri="{BB962C8B-B14F-4D97-AF65-F5344CB8AC3E}">
        <p14:creationId xmlns:p14="http://schemas.microsoft.com/office/powerpoint/2010/main" val="1969787568"/>
      </p:ext>
    </p:extLst>
  </p:cSld>
  <p:clrMapOvr>
    <a:masterClrMapping/>
  </p:clrMapOvr>
</p:sld>
</file>

<file path=ppt/theme/theme1.xml><?xml version="1.0" encoding="utf-8"?>
<a:theme xmlns:a="http://schemas.openxmlformats.org/drawingml/2006/main" name="Custom">
  <a:themeElements>
    <a:clrScheme name="Custom 149">
      <a:dk1>
        <a:sysClr val="windowText" lastClr="000000"/>
      </a:dk1>
      <a:lt1>
        <a:sysClr val="window" lastClr="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ustom" id="{F85C13B5-8B75-4CB8-BA5E-9CAC0747196D}" vid="{617487EE-AB70-4C55-8A81-E6744CC4A2C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ABF691C-888B-4061-8A6F-D5CE84A0254B}">
  <ds:schemaRefs>
    <ds:schemaRef ds:uri="http://schemas.microsoft.com/sharepoint/v3/contenttype/forms"/>
  </ds:schemaRefs>
</ds:datastoreItem>
</file>

<file path=customXml/itemProps2.xml><?xml version="1.0" encoding="utf-8"?>
<ds:datastoreItem xmlns:ds="http://schemas.openxmlformats.org/officeDocument/2006/customXml" ds:itemID="{49168DCE-134F-4610-A6AA-88CEBE8D71D2}">
  <ds:schemaRefs>
    <ds:schemaRef ds:uri="http://purl.org/dc/terms/"/>
    <ds:schemaRef ds:uri="http://purl.org/dc/elements/1.1/"/>
    <ds:schemaRef ds:uri="http://schemas.microsoft.com/office/2006/metadata/properties"/>
    <ds:schemaRef ds:uri="http://purl.org/dc/dcmitype/"/>
    <ds:schemaRef ds:uri="http://schemas.microsoft.com/office/2006/documentManagement/types"/>
    <ds:schemaRef ds:uri="http://schemas.microsoft.com/office/infopath/2007/PartnerControls"/>
    <ds:schemaRef ds:uri="71af3243-3dd4-4a8d-8c0d-dd76da1f02a5"/>
    <ds:schemaRef ds:uri="http://www.w3.org/XML/1998/namespace"/>
    <ds:schemaRef ds:uri="230e9df3-be65-4c73-a93b-d1236ebd677e"/>
    <ds:schemaRef ds:uri="http://schemas.openxmlformats.org/package/2006/metadata/core-properties"/>
    <ds:schemaRef ds:uri="16c05727-aa75-4e4a-9b5f-8a80a1165891"/>
    <ds:schemaRef ds:uri="http://schemas.microsoft.com/sharepoint/v3"/>
  </ds:schemaRefs>
</ds:datastoreItem>
</file>

<file path=customXml/itemProps3.xml><?xml version="1.0" encoding="utf-8"?>
<ds:datastoreItem xmlns:ds="http://schemas.openxmlformats.org/officeDocument/2006/customXml" ds:itemID="{5EDE3176-A15D-46A3-BDDB-64A0D73632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{B6F87237-4A57-4557-8734-56803D328016}TF7521aafa-c748-4c40-a498-ba511be234dc5b1b6097_win32-5039330bb2f3</Template>
  <TotalTime>257</TotalTime>
  <Words>697</Words>
  <Application>Microsoft Office PowerPoint</Application>
  <PresentationFormat>Widescreen</PresentationFormat>
  <Paragraphs>82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Tenorite</vt:lpstr>
      <vt:lpstr>Custom</vt:lpstr>
      <vt:lpstr>DISEÑO DE PROCESOS ETL EN DATA SCIENCE  PRÁCTICA 3 – PRESENTACIÓN</vt:lpstr>
      <vt:lpstr>EJERCICIO</vt:lpstr>
      <vt:lpstr>DATOS</vt:lpstr>
      <vt:lpstr>DATOS – WEB API</vt:lpstr>
      <vt:lpstr>DATOS – WEB API</vt:lpstr>
      <vt:lpstr>DATOS – WEB API</vt:lpstr>
      <vt:lpstr>PROYECTO WEB API - FlUJO</vt:lpstr>
      <vt:lpstr>DATOS – WEB APP</vt:lpstr>
      <vt:lpstr>PROYECTO WEB APP - Flujo</vt:lpstr>
      <vt:lpstr>PROYECTO WEB APP – RESULTADO FINAL</vt:lpstr>
      <vt:lpstr>GRACIAS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Jose Manuel Espinoza Bone</dc:creator>
  <cp:lastModifiedBy>Jose Manuel Espinoza Bone</cp:lastModifiedBy>
  <cp:revision>21</cp:revision>
  <cp:lastPrinted>2025-11-17T02:19:29Z</cp:lastPrinted>
  <dcterms:created xsi:type="dcterms:W3CDTF">2025-10-22T00:56:08Z</dcterms:created>
  <dcterms:modified xsi:type="dcterms:W3CDTF">2025-11-17T02:19:31Z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